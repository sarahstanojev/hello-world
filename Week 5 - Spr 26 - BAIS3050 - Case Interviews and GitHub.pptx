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sldIdLst>
    <p:sldId id="256" r:id="rId5"/>
    <p:sldId id="265" r:id="rId6"/>
    <p:sldId id="510" r:id="rId7"/>
    <p:sldId id="292" r:id="rId8"/>
    <p:sldId id="293" r:id="rId9"/>
    <p:sldId id="295" r:id="rId10"/>
    <p:sldId id="296" r:id="rId11"/>
    <p:sldId id="297" r:id="rId12"/>
    <p:sldId id="298" r:id="rId13"/>
    <p:sldId id="299" r:id="rId14"/>
    <p:sldId id="300" r:id="rId15"/>
    <p:sldId id="499" r:id="rId16"/>
    <p:sldId id="494" r:id="rId17"/>
    <p:sldId id="493" r:id="rId18"/>
    <p:sldId id="496" r:id="rId19"/>
    <p:sldId id="500" r:id="rId20"/>
    <p:sldId id="501" r:id="rId21"/>
    <p:sldId id="416" r:id="rId22"/>
    <p:sldId id="507" r:id="rId23"/>
    <p:sldId id="508" r:id="rId24"/>
    <p:sldId id="321" r:id="rId25"/>
    <p:sldId id="322" r:id="rId26"/>
    <p:sldId id="323" r:id="rId27"/>
    <p:sldId id="324" r:id="rId28"/>
    <p:sldId id="417" r:id="rId29"/>
    <p:sldId id="418" r:id="rId30"/>
    <p:sldId id="279" r:id="rId31"/>
    <p:sldId id="280" r:id="rId32"/>
    <p:sldId id="438" r:id="rId33"/>
    <p:sldId id="505" r:id="rId34"/>
    <p:sldId id="506" r:id="rId35"/>
    <p:sldId id="28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13F36-5A8E-4350-A0B6-722A046B6A6E}" v="11" dt="2026-02-19T21:30:58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4595" autoAdjust="0"/>
  </p:normalViewPr>
  <p:slideViewPr>
    <p:cSldViewPr snapToGrid="0">
      <p:cViewPr varScale="1">
        <p:scale>
          <a:sx n="92" d="100"/>
          <a:sy n="92" d="100"/>
        </p:scale>
        <p:origin x="6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ns, Kristine" userId="ac207c54-c910-4767-8b73-ea28c367bddb" providerId="ADAL" clId="{E032C2A7-77C3-45F7-AF0B-7254D7BC3E0A}"/>
    <pc:docChg chg="undo custSel addSld delSld modSld">
      <pc:chgData name="Arens, Kristine" userId="ac207c54-c910-4767-8b73-ea28c367bddb" providerId="ADAL" clId="{E032C2A7-77C3-45F7-AF0B-7254D7BC3E0A}" dt="2026-02-19T21:51:50.943" v="441" actId="1076"/>
      <pc:docMkLst>
        <pc:docMk/>
      </pc:docMkLst>
      <pc:sldChg chg="modSp mod">
        <pc:chgData name="Arens, Kristine" userId="ac207c54-c910-4767-8b73-ea28c367bddb" providerId="ADAL" clId="{E032C2A7-77C3-45F7-AF0B-7254D7BC3E0A}" dt="2026-02-19T17:56:23.282" v="116" actId="20577"/>
        <pc:sldMkLst>
          <pc:docMk/>
          <pc:sldMk cId="3844926725" sldId="256"/>
        </pc:sldMkLst>
        <pc:spChg chg="mod">
          <ac:chgData name="Arens, Kristine" userId="ac207c54-c910-4767-8b73-ea28c367bddb" providerId="ADAL" clId="{E032C2A7-77C3-45F7-AF0B-7254D7BC3E0A}" dt="2026-02-19T17:55:54.667" v="46" actId="6549"/>
          <ac:spMkLst>
            <pc:docMk/>
            <pc:sldMk cId="3844926725" sldId="256"/>
            <ac:spMk id="4" creationId="{00000000-0000-0000-0000-000000000000}"/>
          </ac:spMkLst>
        </pc:spChg>
        <pc:spChg chg="mod">
          <ac:chgData name="Arens, Kristine" userId="ac207c54-c910-4767-8b73-ea28c367bddb" providerId="ADAL" clId="{E032C2A7-77C3-45F7-AF0B-7254D7BC3E0A}" dt="2026-02-19T17:56:13.115" v="102" actId="20577"/>
          <ac:spMkLst>
            <pc:docMk/>
            <pc:sldMk cId="3844926725" sldId="256"/>
            <ac:spMk id="5" creationId="{00000000-0000-0000-0000-000000000000}"/>
          </ac:spMkLst>
        </pc:spChg>
        <pc:spChg chg="mod">
          <ac:chgData name="Arens, Kristine" userId="ac207c54-c910-4767-8b73-ea28c367bddb" providerId="ADAL" clId="{E032C2A7-77C3-45F7-AF0B-7254D7BC3E0A}" dt="2026-02-19T17:56:23.282" v="116" actId="20577"/>
          <ac:spMkLst>
            <pc:docMk/>
            <pc:sldMk cId="3844926725" sldId="256"/>
            <ac:spMk id="6" creationId="{00000000-0000-0000-0000-000000000000}"/>
          </ac:spMkLst>
        </pc:spChg>
      </pc:sldChg>
      <pc:sldChg chg="modSp mod">
        <pc:chgData name="Arens, Kristine" userId="ac207c54-c910-4767-8b73-ea28c367bddb" providerId="ADAL" clId="{E032C2A7-77C3-45F7-AF0B-7254D7BC3E0A}" dt="2026-02-19T17:55:43.567" v="17" actId="6549"/>
        <pc:sldMkLst>
          <pc:docMk/>
          <pc:sldMk cId="4199738797" sldId="265"/>
        </pc:sldMkLst>
        <pc:spChg chg="mod">
          <ac:chgData name="Arens, Kristine" userId="ac207c54-c910-4767-8b73-ea28c367bddb" providerId="ADAL" clId="{E032C2A7-77C3-45F7-AF0B-7254D7BC3E0A}" dt="2026-02-19T17:55:43.567" v="17" actId="6549"/>
          <ac:spMkLst>
            <pc:docMk/>
            <pc:sldMk cId="4199738797" sldId="265"/>
            <ac:spMk id="3" creationId="{BB57C6F8-85C1-4044-8E8B-343B67CF28A5}"/>
          </ac:spMkLst>
        </pc:spChg>
      </pc:sldChg>
      <pc:sldChg chg="modSp mod">
        <pc:chgData name="Arens, Kristine" userId="ac207c54-c910-4767-8b73-ea28c367bddb" providerId="ADAL" clId="{E032C2A7-77C3-45F7-AF0B-7254D7BC3E0A}" dt="2026-02-19T18:12:14.093" v="141" actId="13244"/>
        <pc:sldMkLst>
          <pc:docMk/>
          <pc:sldMk cId="4125856127" sldId="280"/>
        </pc:sldMkLst>
        <pc:spChg chg="ord">
          <ac:chgData name="Arens, Kristine" userId="ac207c54-c910-4767-8b73-ea28c367bddb" providerId="ADAL" clId="{E032C2A7-77C3-45F7-AF0B-7254D7BC3E0A}" dt="2026-02-19T18:12:14.093" v="141" actId="13244"/>
          <ac:spMkLst>
            <pc:docMk/>
            <pc:sldMk cId="4125856127" sldId="280"/>
            <ac:spMk id="2" creationId="{00000000-0000-0000-0000-000000000000}"/>
          </ac:spMkLst>
        </pc:spChg>
        <pc:picChg chg="mod">
          <ac:chgData name="Arens, Kristine" userId="ac207c54-c910-4767-8b73-ea28c367bddb" providerId="ADAL" clId="{E032C2A7-77C3-45F7-AF0B-7254D7BC3E0A}" dt="2026-02-19T18:10:19.113" v="132" actId="962"/>
          <ac:picMkLst>
            <pc:docMk/>
            <pc:sldMk cId="4125856127" sldId="280"/>
            <ac:picMk id="5" creationId="{00000000-0000-0000-0000-000000000000}"/>
          </ac:picMkLst>
        </pc:picChg>
      </pc:sldChg>
      <pc:sldChg chg="addSp delSp modSp mod">
        <pc:chgData name="Arens, Kristine" userId="ac207c54-c910-4767-8b73-ea28c367bddb" providerId="ADAL" clId="{E032C2A7-77C3-45F7-AF0B-7254D7BC3E0A}" dt="2026-02-19T21:22:52.464" v="259" actId="1076"/>
        <pc:sldMkLst>
          <pc:docMk/>
          <pc:sldMk cId="3900375589" sldId="281"/>
        </pc:sldMkLst>
        <pc:picChg chg="del mod">
          <ac:chgData name="Arens, Kristine" userId="ac207c54-c910-4767-8b73-ea28c367bddb" providerId="ADAL" clId="{E032C2A7-77C3-45F7-AF0B-7254D7BC3E0A}" dt="2026-02-19T21:22:39.204" v="256" actId="478"/>
          <ac:picMkLst>
            <pc:docMk/>
            <pc:sldMk cId="3900375589" sldId="281"/>
            <ac:picMk id="4" creationId="{5D1486B2-18E7-DB40-9F0E-0F04125BC518}"/>
          </ac:picMkLst>
        </pc:picChg>
        <pc:picChg chg="add mod">
          <ac:chgData name="Arens, Kristine" userId="ac207c54-c910-4767-8b73-ea28c367bddb" providerId="ADAL" clId="{E032C2A7-77C3-45F7-AF0B-7254D7BC3E0A}" dt="2026-02-19T21:22:52.464" v="259" actId="1076"/>
          <ac:picMkLst>
            <pc:docMk/>
            <pc:sldMk cId="3900375589" sldId="281"/>
            <ac:picMk id="6" creationId="{947173AF-349C-E64C-3996-BCEB7A5BC26D}"/>
          </ac:picMkLst>
        </pc:picChg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3306949705" sldId="292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1214314500" sldId="293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3731995486" sldId="295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244401287" sldId="296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219979057" sldId="297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1581457439" sldId="298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1080627677" sldId="299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3360493662" sldId="300"/>
        </pc:sldMkLst>
      </pc:sldChg>
      <pc:sldChg chg="modSp mod">
        <pc:chgData name="Arens, Kristine" userId="ac207c54-c910-4767-8b73-ea28c367bddb" providerId="ADAL" clId="{E032C2A7-77C3-45F7-AF0B-7254D7BC3E0A}" dt="2026-02-19T18:09:13.422" v="123" actId="962"/>
        <pc:sldMkLst>
          <pc:docMk/>
          <pc:sldMk cId="2935690009" sldId="323"/>
        </pc:sldMkLst>
        <pc:spChg chg="mod">
          <ac:chgData name="Arens, Kristine" userId="ac207c54-c910-4767-8b73-ea28c367bddb" providerId="ADAL" clId="{E032C2A7-77C3-45F7-AF0B-7254D7BC3E0A}" dt="2026-02-19T18:09:13.422" v="123" actId="962"/>
          <ac:spMkLst>
            <pc:docMk/>
            <pc:sldMk cId="2935690009" sldId="323"/>
            <ac:spMk id="6" creationId="{00000000-0000-0000-0000-000000000000}"/>
          </ac:spMkLst>
        </pc:spChg>
        <pc:picChg chg="mod">
          <ac:chgData name="Arens, Kristine" userId="ac207c54-c910-4767-8b73-ea28c367bddb" providerId="ADAL" clId="{E032C2A7-77C3-45F7-AF0B-7254D7BC3E0A}" dt="2026-02-19T18:08:55.176" v="121" actId="962"/>
          <ac:picMkLst>
            <pc:docMk/>
            <pc:sldMk cId="2935690009" sldId="323"/>
            <ac:picMk id="4" creationId="{00000000-0000-0000-0000-000000000000}"/>
          </ac:picMkLst>
        </pc:picChg>
      </pc:sldChg>
      <pc:sldChg chg="modSp mod">
        <pc:chgData name="Arens, Kristine" userId="ac207c54-c910-4767-8b73-ea28c367bddb" providerId="ADAL" clId="{E032C2A7-77C3-45F7-AF0B-7254D7BC3E0A}" dt="2026-02-19T18:12:06.920" v="139" actId="13244"/>
        <pc:sldMkLst>
          <pc:docMk/>
          <pc:sldMk cId="2731843499" sldId="324"/>
        </pc:sldMkLst>
        <pc:spChg chg="ord">
          <ac:chgData name="Arens, Kristine" userId="ac207c54-c910-4767-8b73-ea28c367bddb" providerId="ADAL" clId="{E032C2A7-77C3-45F7-AF0B-7254D7BC3E0A}" dt="2026-02-19T18:12:06.920" v="139" actId="13244"/>
          <ac:spMkLst>
            <pc:docMk/>
            <pc:sldMk cId="2731843499" sldId="324"/>
            <ac:spMk id="2" creationId="{00000000-0000-0000-0000-000000000000}"/>
          </ac:spMkLst>
        </pc:spChg>
        <pc:spChg chg="mod">
          <ac:chgData name="Arens, Kristine" userId="ac207c54-c910-4767-8b73-ea28c367bddb" providerId="ADAL" clId="{E032C2A7-77C3-45F7-AF0B-7254D7BC3E0A}" dt="2026-02-19T18:09:32.655" v="126" actId="962"/>
          <ac:spMkLst>
            <pc:docMk/>
            <pc:sldMk cId="2731843499" sldId="324"/>
            <ac:spMk id="7" creationId="{00000000-0000-0000-0000-000000000000}"/>
          </ac:spMkLst>
        </pc:spChg>
        <pc:picChg chg="mod">
          <ac:chgData name="Arens, Kristine" userId="ac207c54-c910-4767-8b73-ea28c367bddb" providerId="ADAL" clId="{E032C2A7-77C3-45F7-AF0B-7254D7BC3E0A}" dt="2026-02-19T18:09:29.305" v="125" actId="962"/>
          <ac:picMkLst>
            <pc:docMk/>
            <pc:sldMk cId="2731843499" sldId="324"/>
            <ac:picMk id="9" creationId="{22558C9B-3234-D2DB-7802-862530588EDE}"/>
          </ac:picMkLst>
        </pc:picChg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2152017084" sldId="373"/>
        </pc:sldMkLst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175474452" sldId="377"/>
        </pc:sldMkLst>
      </pc:sldChg>
      <pc:sldChg chg="modSp mod">
        <pc:chgData name="Arens, Kristine" userId="ac207c54-c910-4767-8b73-ea28c367bddb" providerId="ADAL" clId="{E032C2A7-77C3-45F7-AF0B-7254D7BC3E0A}" dt="2026-02-19T18:12:10.561" v="140" actId="13244"/>
        <pc:sldMkLst>
          <pc:docMk/>
          <pc:sldMk cId="3528735847" sldId="417"/>
        </pc:sldMkLst>
        <pc:spChg chg="ord">
          <ac:chgData name="Arens, Kristine" userId="ac207c54-c910-4767-8b73-ea28c367bddb" providerId="ADAL" clId="{E032C2A7-77C3-45F7-AF0B-7254D7BC3E0A}" dt="2026-02-19T18:12:10.561" v="140" actId="13244"/>
          <ac:spMkLst>
            <pc:docMk/>
            <pc:sldMk cId="3528735847" sldId="417"/>
            <ac:spMk id="2" creationId="{DFDEAF1E-0EC5-26BE-2A56-C8D1337EA4DF}"/>
          </ac:spMkLst>
        </pc:spChg>
        <pc:picChg chg="mod">
          <ac:chgData name="Arens, Kristine" userId="ac207c54-c910-4767-8b73-ea28c367bddb" providerId="ADAL" clId="{E032C2A7-77C3-45F7-AF0B-7254D7BC3E0A}" dt="2026-02-19T18:09:40.759" v="128" actId="962"/>
          <ac:picMkLst>
            <pc:docMk/>
            <pc:sldMk cId="3528735847" sldId="417"/>
            <ac:picMk id="5" creationId="{26785FE2-ABA9-72DD-C3FB-0FDE6C5E6D2D}"/>
          </ac:picMkLst>
        </pc:picChg>
      </pc:sldChg>
      <pc:sldChg chg="modSp mod">
        <pc:chgData name="Arens, Kristine" userId="ac207c54-c910-4767-8b73-ea28c367bddb" providerId="ADAL" clId="{E032C2A7-77C3-45F7-AF0B-7254D7BC3E0A}" dt="2026-02-19T18:10:02.985" v="130" actId="962"/>
        <pc:sldMkLst>
          <pc:docMk/>
          <pc:sldMk cId="1125956336" sldId="418"/>
        </pc:sldMkLst>
        <pc:picChg chg="mod">
          <ac:chgData name="Arens, Kristine" userId="ac207c54-c910-4767-8b73-ea28c367bddb" providerId="ADAL" clId="{E032C2A7-77C3-45F7-AF0B-7254D7BC3E0A}" dt="2026-02-19T18:10:02.985" v="130" actId="962"/>
          <ac:picMkLst>
            <pc:docMk/>
            <pc:sldMk cId="1125956336" sldId="418"/>
            <ac:picMk id="7" creationId="{E73BBC3F-D472-FF77-C208-13BC61D0964A}"/>
          </ac:picMkLst>
        </pc:picChg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3805492759" sldId="419"/>
        </pc:sldMkLst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3259523451" sldId="420"/>
        </pc:sldMkLst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3285498588" sldId="421"/>
        </pc:sldMkLst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3500318469" sldId="423"/>
        </pc:sldMkLst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3953920413" sldId="424"/>
        </pc:sldMkLst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2432409851" sldId="437"/>
        </pc:sldMkLst>
      </pc:sldChg>
      <pc:sldChg chg="modSp add mod">
        <pc:chgData name="Arens, Kristine" userId="ac207c54-c910-4767-8b73-ea28c367bddb" providerId="ADAL" clId="{E032C2A7-77C3-45F7-AF0B-7254D7BC3E0A}" dt="2026-02-19T18:11:52.134" v="138"/>
        <pc:sldMkLst>
          <pc:docMk/>
          <pc:sldMk cId="2115914184" sldId="493"/>
        </pc:sldMkLst>
        <pc:spChg chg="ord">
          <ac:chgData name="Arens, Kristine" userId="ac207c54-c910-4767-8b73-ea28c367bddb" providerId="ADAL" clId="{E032C2A7-77C3-45F7-AF0B-7254D7BC3E0A}" dt="2026-02-19T18:11:52.134" v="138"/>
          <ac:spMkLst>
            <pc:docMk/>
            <pc:sldMk cId="2115914184" sldId="493"/>
            <ac:spMk id="2" creationId="{5989A94B-4BAA-0C3A-402B-39A7D8F3732D}"/>
          </ac:spMkLst>
        </pc:spChg>
      </pc:sldChg>
      <pc:sldChg chg="modSp add mod">
        <pc:chgData name="Arens, Kristine" userId="ac207c54-c910-4767-8b73-ea28c367bddb" providerId="ADAL" clId="{E032C2A7-77C3-45F7-AF0B-7254D7BC3E0A}" dt="2026-02-19T18:11:37.617" v="135" actId="13244"/>
        <pc:sldMkLst>
          <pc:docMk/>
          <pc:sldMk cId="377061526" sldId="494"/>
        </pc:sldMkLst>
        <pc:spChg chg="ord">
          <ac:chgData name="Arens, Kristine" userId="ac207c54-c910-4767-8b73-ea28c367bddb" providerId="ADAL" clId="{E032C2A7-77C3-45F7-AF0B-7254D7BC3E0A}" dt="2026-02-19T18:11:37.617" v="135" actId="13244"/>
          <ac:spMkLst>
            <pc:docMk/>
            <pc:sldMk cId="377061526" sldId="494"/>
            <ac:spMk id="9" creationId="{791E4660-4845-60FA-801A-D1BF4B6DED26}"/>
          </ac:spMkLst>
        </pc:spChg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3220637983" sldId="496"/>
        </pc:sldMkLst>
      </pc:sldChg>
      <pc:sldChg chg="modSp add mod">
        <pc:chgData name="Arens, Kristine" userId="ac207c54-c910-4767-8b73-ea28c367bddb" providerId="ADAL" clId="{E032C2A7-77C3-45F7-AF0B-7254D7BC3E0A}" dt="2026-02-19T18:12:35.676" v="142" actId="13244"/>
        <pc:sldMkLst>
          <pc:docMk/>
          <pc:sldMk cId="483762875" sldId="499"/>
        </pc:sldMkLst>
        <pc:spChg chg="ord">
          <ac:chgData name="Arens, Kristine" userId="ac207c54-c910-4767-8b73-ea28c367bddb" providerId="ADAL" clId="{E032C2A7-77C3-45F7-AF0B-7254D7BC3E0A}" dt="2026-02-19T18:12:35.676" v="142" actId="13244"/>
          <ac:spMkLst>
            <pc:docMk/>
            <pc:sldMk cId="483762875" sldId="499"/>
            <ac:spMk id="2" creationId="{EF8695AD-8AB4-4BB4-8A47-2BE2B93BBD83}"/>
          </ac:spMkLst>
        </pc:spChg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1409249016" sldId="500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1579094485" sldId="501"/>
        </pc:sldMkLst>
      </pc:sldChg>
      <pc:sldChg chg="modSp mod">
        <pc:chgData name="Arens, Kristine" userId="ac207c54-c910-4767-8b73-ea28c367bddb" providerId="ADAL" clId="{E032C2A7-77C3-45F7-AF0B-7254D7BC3E0A}" dt="2026-02-19T21:21:04.784" v="255" actId="20577"/>
        <pc:sldMkLst>
          <pc:docMk/>
          <pc:sldMk cId="3306872117" sldId="505"/>
        </pc:sldMkLst>
        <pc:spChg chg="mod">
          <ac:chgData name="Arens, Kristine" userId="ac207c54-c910-4767-8b73-ea28c367bddb" providerId="ADAL" clId="{E032C2A7-77C3-45F7-AF0B-7254D7BC3E0A}" dt="2026-02-19T21:21:04.784" v="255" actId="20577"/>
          <ac:spMkLst>
            <pc:docMk/>
            <pc:sldMk cId="3306872117" sldId="505"/>
            <ac:spMk id="3" creationId="{00000000-0000-0000-0000-000000000000}"/>
          </ac:spMkLst>
        </pc:spChg>
      </pc:sldChg>
      <pc:sldChg chg="modSp mod">
        <pc:chgData name="Arens, Kristine" userId="ac207c54-c910-4767-8b73-ea28c367bddb" providerId="ADAL" clId="{E032C2A7-77C3-45F7-AF0B-7254D7BC3E0A}" dt="2026-02-19T21:51:50.943" v="441" actId="1076"/>
        <pc:sldMkLst>
          <pc:docMk/>
          <pc:sldMk cId="3716469694" sldId="506"/>
        </pc:sldMkLst>
        <pc:spChg chg="mod">
          <ac:chgData name="Arens, Kristine" userId="ac207c54-c910-4767-8b73-ea28c367bddb" providerId="ADAL" clId="{E032C2A7-77C3-45F7-AF0B-7254D7BC3E0A}" dt="2026-02-19T21:51:50.943" v="441" actId="1076"/>
          <ac:spMkLst>
            <pc:docMk/>
            <pc:sldMk cId="3716469694" sldId="506"/>
            <ac:spMk id="3" creationId="{284201B5-6530-C684-197A-89BA89AEF146}"/>
          </ac:spMkLst>
        </pc:spChg>
      </pc:sldChg>
      <pc:sldChg chg="modSp">
        <pc:chgData name="Arens, Kristine" userId="ac207c54-c910-4767-8b73-ea28c367bddb" providerId="ADAL" clId="{E032C2A7-77C3-45F7-AF0B-7254D7BC3E0A}" dt="2026-02-19T18:08:32.371" v="119" actId="962"/>
        <pc:sldMkLst>
          <pc:docMk/>
          <pc:sldMk cId="581648316" sldId="507"/>
        </pc:sldMkLst>
        <pc:graphicFrameChg chg="mod">
          <ac:chgData name="Arens, Kristine" userId="ac207c54-c910-4767-8b73-ea28c367bddb" providerId="ADAL" clId="{E032C2A7-77C3-45F7-AF0B-7254D7BC3E0A}" dt="2026-02-19T18:08:32.371" v="119" actId="962"/>
          <ac:graphicFrameMkLst>
            <pc:docMk/>
            <pc:sldMk cId="581648316" sldId="507"/>
            <ac:graphicFrameMk id="6" creationId="{8107FDEF-0F17-7B92-D102-3E65FD728F7A}"/>
          </ac:graphicFrameMkLst>
        </pc:graphicFrameChg>
      </pc:sldChg>
      <pc:sldChg chg="del">
        <pc:chgData name="Arens, Kristine" userId="ac207c54-c910-4767-8b73-ea28c367bddb" providerId="ADAL" clId="{E032C2A7-77C3-45F7-AF0B-7254D7BC3E0A}" dt="2026-02-19T18:07:33.867" v="117" actId="47"/>
        <pc:sldMkLst>
          <pc:docMk/>
          <pc:sldMk cId="1704121222" sldId="509"/>
        </pc:sldMkLst>
      </pc:sldChg>
      <pc:sldChg chg="add">
        <pc:chgData name="Arens, Kristine" userId="ac207c54-c910-4767-8b73-ea28c367bddb" providerId="ADAL" clId="{E032C2A7-77C3-45F7-AF0B-7254D7BC3E0A}" dt="2026-02-19T17:55:32.706" v="0"/>
        <pc:sldMkLst>
          <pc:docMk/>
          <pc:sldMk cId="1743182257" sldId="510"/>
        </pc:sldMkLst>
      </pc:sldChg>
    </pc:docChg>
  </pc:docChgLst>
  <pc:docChgLst>
    <pc:chgData name="Arens, Kristine" userId="ac207c54-c910-4767-8b73-ea28c367bddb" providerId="ADAL" clId="{1E24D147-C50A-42FF-A672-008A906A5CE6}"/>
    <pc:docChg chg="custSel addSld delSld modSld sldOrd">
      <pc:chgData name="Arens, Kristine" userId="ac207c54-c910-4767-8b73-ea28c367bddb" providerId="ADAL" clId="{1E24D147-C50A-42FF-A672-008A906A5CE6}" dt="2024-02-02T04:06:37.609" v="784" actId="20577"/>
      <pc:docMkLst>
        <pc:docMk/>
      </pc:docMkLst>
      <pc:sldChg chg="modSp mod">
        <pc:chgData name="Arens, Kristine" userId="ac207c54-c910-4767-8b73-ea28c367bddb" providerId="ADAL" clId="{1E24D147-C50A-42FF-A672-008A906A5CE6}" dt="2024-02-02T03:26:35.208" v="3" actId="20577"/>
        <pc:sldMkLst>
          <pc:docMk/>
          <pc:sldMk cId="3844926725" sldId="256"/>
        </pc:sldMkLst>
      </pc:sldChg>
      <pc:sldChg chg="modSp mod modClrScheme chgLayout">
        <pc:chgData name="Arens, Kristine" userId="ac207c54-c910-4767-8b73-ea28c367bddb" providerId="ADAL" clId="{1E24D147-C50A-42FF-A672-008A906A5CE6}" dt="2024-02-02T03:58:59.971" v="423" actId="14100"/>
        <pc:sldMkLst>
          <pc:docMk/>
          <pc:sldMk cId="3279207640" sldId="273"/>
        </pc:sldMkLst>
      </pc:sldChg>
      <pc:sldChg chg="modSp mod">
        <pc:chgData name="Arens, Kristine" userId="ac207c54-c910-4767-8b73-ea28c367bddb" providerId="ADAL" clId="{1E24D147-C50A-42FF-A672-008A906A5CE6}" dt="2024-02-02T04:06:37.609" v="784" actId="20577"/>
        <pc:sldMkLst>
          <pc:docMk/>
          <pc:sldMk cId="4125856127" sldId="280"/>
        </pc:sldMkLst>
      </pc:sldChg>
      <pc:sldChg chg="del">
        <pc:chgData name="Arens, Kristine" userId="ac207c54-c910-4767-8b73-ea28c367bddb" providerId="ADAL" clId="{1E24D147-C50A-42FF-A672-008A906A5CE6}" dt="2024-02-02T03:50:05.195" v="11" actId="47"/>
        <pc:sldMkLst>
          <pc:docMk/>
          <pc:sldMk cId="1400052996" sldId="287"/>
        </pc:sldMkLst>
      </pc:sldChg>
      <pc:sldChg chg="addSp delSp modSp mod">
        <pc:chgData name="Arens, Kristine" userId="ac207c54-c910-4767-8b73-ea28c367bddb" providerId="ADAL" clId="{1E24D147-C50A-42FF-A672-008A906A5CE6}" dt="2024-02-02T03:47:32.973" v="7" actId="14100"/>
        <pc:sldMkLst>
          <pc:docMk/>
          <pc:sldMk cId="1082306745" sldId="291"/>
        </pc:sldMkLst>
      </pc:sldChg>
      <pc:sldChg chg="modSp">
        <pc:chgData name="Arens, Kristine" userId="ac207c54-c910-4767-8b73-ea28c367bddb" providerId="ADAL" clId="{1E24D147-C50A-42FF-A672-008A906A5CE6}" dt="2024-02-02T04:04:15.091" v="670" actId="20577"/>
        <pc:sldMkLst>
          <pc:docMk/>
          <pc:sldMk cId="1263531665" sldId="298"/>
        </pc:sldMkLst>
      </pc:sldChg>
      <pc:sldChg chg="modSp">
        <pc:chgData name="Arens, Kristine" userId="ac207c54-c910-4767-8b73-ea28c367bddb" providerId="ADAL" clId="{1E24D147-C50A-42FF-A672-008A906A5CE6}" dt="2024-02-02T04:02:47.446" v="662" actId="20577"/>
        <pc:sldMkLst>
          <pc:docMk/>
          <pc:sldMk cId="894733546" sldId="299"/>
        </pc:sldMkLst>
      </pc:sldChg>
      <pc:sldChg chg="add ord">
        <pc:chgData name="Arens, Kristine" userId="ac207c54-c910-4767-8b73-ea28c367bddb" providerId="ADAL" clId="{1E24D147-C50A-42FF-A672-008A906A5CE6}" dt="2024-02-02T03:49:41.734" v="10"/>
        <pc:sldMkLst>
          <pc:docMk/>
          <pc:sldMk cId="3732970831" sldId="414"/>
        </pc:sldMkLst>
      </pc:sldChg>
    </pc:docChg>
  </pc:docChgLst>
  <pc:docChgLst>
    <pc:chgData name="Arens, Kristine" userId="ac207c54-c910-4767-8b73-ea28c367bddb" providerId="ADAL" clId="{D79A3531-6E48-4CB3-90A6-C0F611F3BB4A}"/>
    <pc:docChg chg="custSel addSld delSld modSld">
      <pc:chgData name="Arens, Kristine" userId="ac207c54-c910-4767-8b73-ea28c367bddb" providerId="ADAL" clId="{D79A3531-6E48-4CB3-90A6-C0F611F3BB4A}" dt="2025-09-26T01:51:12.422" v="289" actId="26606"/>
      <pc:docMkLst>
        <pc:docMk/>
      </pc:docMkLst>
      <pc:sldChg chg="modSp mod">
        <pc:chgData name="Arens, Kristine" userId="ac207c54-c910-4767-8b73-ea28c367bddb" providerId="ADAL" clId="{D79A3531-6E48-4CB3-90A6-C0F611F3BB4A}" dt="2025-09-26T01:48:04.739" v="160" actId="20577"/>
        <pc:sldMkLst>
          <pc:docMk/>
          <pc:sldMk cId="1407991112" sldId="279"/>
        </pc:sldMkLst>
      </pc:sldChg>
      <pc:sldChg chg="del">
        <pc:chgData name="Arens, Kristine" userId="ac207c54-c910-4767-8b73-ea28c367bddb" providerId="ADAL" clId="{D79A3531-6E48-4CB3-90A6-C0F611F3BB4A}" dt="2025-09-26T01:46:56.352" v="63" actId="47"/>
        <pc:sldMkLst>
          <pc:docMk/>
          <pc:sldMk cId="2311994230" sldId="320"/>
        </pc:sldMkLst>
      </pc:sldChg>
      <pc:sldChg chg="modSp mod">
        <pc:chgData name="Arens, Kristine" userId="ac207c54-c910-4767-8b73-ea28c367bddb" providerId="ADAL" clId="{D79A3531-6E48-4CB3-90A6-C0F611F3BB4A}" dt="2025-09-26T01:47:18.259" v="103" actId="20577"/>
        <pc:sldMkLst>
          <pc:docMk/>
          <pc:sldMk cId="4172222708" sldId="322"/>
        </pc:sldMkLst>
      </pc:sldChg>
      <pc:sldChg chg="addSp delSp modSp mod">
        <pc:chgData name="Arens, Kristine" userId="ac207c54-c910-4767-8b73-ea28c367bddb" providerId="ADAL" clId="{D79A3531-6E48-4CB3-90A6-C0F611F3BB4A}" dt="2025-09-26T01:46:17.215" v="25" actId="20577"/>
        <pc:sldMkLst>
          <pc:docMk/>
          <pc:sldMk cId="2698248426" sldId="416"/>
        </pc:sldMkLst>
      </pc:sldChg>
      <pc:sldChg chg="modSp mod">
        <pc:chgData name="Arens, Kristine" userId="ac207c54-c910-4767-8b73-ea28c367bddb" providerId="ADAL" clId="{D79A3531-6E48-4CB3-90A6-C0F611F3BB4A}" dt="2025-09-26T01:46:50.395" v="62" actId="20577"/>
        <pc:sldMkLst>
          <pc:docMk/>
          <pc:sldMk cId="720457789" sldId="508"/>
        </pc:sldMkLst>
      </pc:sldChg>
      <pc:sldChg chg="addSp delSp modSp new mod">
        <pc:chgData name="Arens, Kristine" userId="ac207c54-c910-4767-8b73-ea28c367bddb" providerId="ADAL" clId="{D79A3531-6E48-4CB3-90A6-C0F611F3BB4A}" dt="2025-09-26T01:51:12.422" v="289" actId="26606"/>
        <pc:sldMkLst>
          <pc:docMk/>
          <pc:sldMk cId="1704121222" sldId="509"/>
        </pc:sldMkLst>
      </pc:sldChg>
    </pc:docChg>
  </pc:docChgLst>
  <pc:docChgLst>
    <pc:chgData name="Arens, Kristine" userId="ac207c54-c910-4767-8b73-ea28c367bddb" providerId="ADAL" clId="{DCB8C31F-C63C-41C7-804A-6BAC937339A1}"/>
    <pc:docChg chg="modSld">
      <pc:chgData name="Arens, Kristine" userId="ac207c54-c910-4767-8b73-ea28c367bddb" providerId="ADAL" clId="{DCB8C31F-C63C-41C7-804A-6BAC937339A1}" dt="2024-10-23T19:34:10.232" v="0"/>
      <pc:docMkLst>
        <pc:docMk/>
      </pc:docMkLst>
      <pc:sldChg chg="modSp">
        <pc:chgData name="Arens, Kristine" userId="ac207c54-c910-4767-8b73-ea28c367bddb" providerId="ADAL" clId="{DCB8C31F-C63C-41C7-804A-6BAC937339A1}" dt="2024-10-23T19:34:10.232" v="0"/>
        <pc:sldMkLst>
          <pc:docMk/>
          <pc:sldMk cId="2311994230" sldId="320"/>
        </pc:sldMkLst>
      </pc:sldChg>
    </pc:docChg>
  </pc:docChgLst>
  <pc:docChgLst>
    <pc:chgData name="Arens, Kristine" userId="ac207c54-c910-4767-8b73-ea28c367bddb" providerId="ADAL" clId="{69D94DBE-2826-474C-AFD2-F051405AC8E1}"/>
    <pc:docChg chg="custSel addSld delSld modSld sldOrd">
      <pc:chgData name="Arens, Kristine" userId="ac207c54-c910-4767-8b73-ea28c367bddb" providerId="ADAL" clId="{69D94DBE-2826-474C-AFD2-F051405AC8E1}" dt="2023-09-08T02:29:27.157" v="388" actId="20577"/>
      <pc:docMkLst>
        <pc:docMk/>
      </pc:docMkLst>
      <pc:sldChg chg="del">
        <pc:chgData name="Arens, Kristine" userId="ac207c54-c910-4767-8b73-ea28c367bddb" providerId="ADAL" clId="{69D94DBE-2826-474C-AFD2-F051405AC8E1}" dt="2023-09-08T02:04:53.204" v="81" actId="47"/>
        <pc:sldMkLst>
          <pc:docMk/>
          <pc:sldMk cId="3040272951" sldId="269"/>
        </pc:sldMkLst>
      </pc:sldChg>
      <pc:sldChg chg="modSp mod">
        <pc:chgData name="Arens, Kristine" userId="ac207c54-c910-4767-8b73-ea28c367bddb" providerId="ADAL" clId="{69D94DBE-2826-474C-AFD2-F051405AC8E1}" dt="2023-09-08T02:14:30.485" v="138" actId="5793"/>
        <pc:sldMkLst>
          <pc:docMk/>
          <pc:sldMk cId="436862941" sldId="271"/>
        </pc:sldMkLst>
      </pc:sldChg>
      <pc:sldChg chg="addSp delSp modSp mod">
        <pc:chgData name="Arens, Kristine" userId="ac207c54-c910-4767-8b73-ea28c367bddb" providerId="ADAL" clId="{69D94DBE-2826-474C-AFD2-F051405AC8E1}" dt="2023-09-08T02:04:39.569" v="80" actId="20577"/>
        <pc:sldMkLst>
          <pc:docMk/>
          <pc:sldMk cId="2887167054" sldId="274"/>
        </pc:sldMkLst>
      </pc:sldChg>
      <pc:sldChg chg="modSp mod">
        <pc:chgData name="Arens, Kristine" userId="ac207c54-c910-4767-8b73-ea28c367bddb" providerId="ADAL" clId="{69D94DBE-2826-474C-AFD2-F051405AC8E1}" dt="2023-09-08T02:29:27.157" v="388" actId="20577"/>
        <pc:sldMkLst>
          <pc:docMk/>
          <pc:sldMk cId="4125856127" sldId="280"/>
        </pc:sldMkLst>
      </pc:sldChg>
      <pc:sldChg chg="modSp mod">
        <pc:chgData name="Arens, Kristine" userId="ac207c54-c910-4767-8b73-ea28c367bddb" providerId="ADAL" clId="{69D94DBE-2826-474C-AFD2-F051405AC8E1}" dt="2023-09-08T01:55:09.943" v="67" actId="3626"/>
        <pc:sldMkLst>
          <pc:docMk/>
          <pc:sldMk cId="2255816227" sldId="282"/>
        </pc:sldMkLst>
      </pc:sldChg>
      <pc:sldChg chg="modSp">
        <pc:chgData name="Arens, Kristine" userId="ac207c54-c910-4767-8b73-ea28c367bddb" providerId="ADAL" clId="{69D94DBE-2826-474C-AFD2-F051405AC8E1}" dt="2023-09-08T02:21:27.799" v="198" actId="20577"/>
        <pc:sldMkLst>
          <pc:docMk/>
          <pc:sldMk cId="987044463" sldId="283"/>
        </pc:sldMkLst>
      </pc:sldChg>
      <pc:sldChg chg="modSp mod ord">
        <pc:chgData name="Arens, Kristine" userId="ac207c54-c910-4767-8b73-ea28c367bddb" providerId="ADAL" clId="{69D94DBE-2826-474C-AFD2-F051405AC8E1}" dt="2023-09-08T02:07:55.944" v="125"/>
        <pc:sldMkLst>
          <pc:docMk/>
          <pc:sldMk cId="4127676995" sldId="290"/>
        </pc:sldMkLst>
      </pc:sldChg>
      <pc:sldChg chg="addSp modSp mod">
        <pc:chgData name="Arens, Kristine" userId="ac207c54-c910-4767-8b73-ea28c367bddb" providerId="ADAL" clId="{69D94DBE-2826-474C-AFD2-F051405AC8E1}" dt="2023-09-08T02:17:34.115" v="183" actId="207"/>
        <pc:sldMkLst>
          <pc:docMk/>
          <pc:sldMk cId="1082306745" sldId="291"/>
        </pc:sldMkLst>
      </pc:sldChg>
      <pc:sldChg chg="addSp delSp modSp new mod modClrScheme chgLayout">
        <pc:chgData name="Arens, Kristine" userId="ac207c54-c910-4767-8b73-ea28c367bddb" providerId="ADAL" clId="{69D94DBE-2826-474C-AFD2-F051405AC8E1}" dt="2023-09-08T02:02:41.511" v="70" actId="26606"/>
        <pc:sldMkLst>
          <pc:docMk/>
          <pc:sldMk cId="869356599" sldId="312"/>
        </pc:sldMkLst>
      </pc:sldChg>
      <pc:sldChg chg="addSp delSp modSp new mod ord">
        <pc:chgData name="Arens, Kristine" userId="ac207c54-c910-4767-8b73-ea28c367bddb" providerId="ADAL" clId="{69D94DBE-2826-474C-AFD2-F051405AC8E1}" dt="2023-09-08T02:06:50.232" v="120"/>
        <pc:sldMkLst>
          <pc:docMk/>
          <pc:sldMk cId="2687688722" sldId="313"/>
        </pc:sldMkLst>
      </pc:sldChg>
      <pc:sldChg chg="addSp delSp modSp new mod modClrScheme chgLayout">
        <pc:chgData name="Arens, Kristine" userId="ac207c54-c910-4767-8b73-ea28c367bddb" providerId="ADAL" clId="{69D94DBE-2826-474C-AFD2-F051405AC8E1}" dt="2023-09-08T02:26:56.689" v="345" actId="1076"/>
        <pc:sldMkLst>
          <pc:docMk/>
          <pc:sldMk cId="1357463606" sldId="314"/>
        </pc:sldMkLst>
      </pc:sldChg>
    </pc:docChg>
  </pc:docChgLst>
  <pc:docChgLst>
    <pc:chgData name="Arens, Kristine" userId="ac207c54-c910-4767-8b73-ea28c367bddb" providerId="ADAL" clId="{8C064B8D-75C9-4075-B557-44C096CBBC3A}"/>
    <pc:docChg chg="custSel addSld delSld modSld">
      <pc:chgData name="Arens, Kristine" userId="ac207c54-c910-4767-8b73-ea28c367bddb" providerId="ADAL" clId="{8C064B8D-75C9-4075-B557-44C096CBBC3A}" dt="2025-10-01T15:18:27.841" v="1255"/>
      <pc:docMkLst>
        <pc:docMk/>
      </pc:docMkLst>
      <pc:sldChg chg="modSp mod">
        <pc:chgData name="Arens, Kristine" userId="ac207c54-c910-4767-8b73-ea28c367bddb" providerId="ADAL" clId="{8C064B8D-75C9-4075-B557-44C096CBBC3A}" dt="2025-09-25T19:25:15.674" v="107" actId="20577"/>
        <pc:sldMkLst>
          <pc:docMk/>
          <pc:sldMk cId="3844926725" sldId="256"/>
        </pc:sldMkLst>
      </pc:sldChg>
      <pc:sldChg chg="modSp mod">
        <pc:chgData name="Arens, Kristine" userId="ac207c54-c910-4767-8b73-ea28c367bddb" providerId="ADAL" clId="{8C064B8D-75C9-4075-B557-44C096CBBC3A}" dt="2025-09-25T19:25:28.124" v="129" actId="20577"/>
        <pc:sldMkLst>
          <pc:docMk/>
          <pc:sldMk cId="4199738797" sldId="265"/>
        </pc:sldMkLst>
      </pc:sldChg>
      <pc:sldChg chg="del">
        <pc:chgData name="Arens, Kristine" userId="ac207c54-c910-4767-8b73-ea28c367bddb" providerId="ADAL" clId="{8C064B8D-75C9-4075-B557-44C096CBBC3A}" dt="2025-09-25T19:25:34.332" v="130" actId="47"/>
        <pc:sldMkLst>
          <pc:docMk/>
          <pc:sldMk cId="1060265580" sldId="267"/>
        </pc:sldMkLst>
      </pc:sldChg>
      <pc:sldChg chg="addSp delSp modSp mod">
        <pc:chgData name="Arens, Kristine" userId="ac207c54-c910-4767-8b73-ea28c367bddb" providerId="ADAL" clId="{8C064B8D-75C9-4075-B557-44C096CBBC3A}" dt="2025-09-25T21:21:24.004" v="1027" actId="403"/>
        <pc:sldMkLst>
          <pc:docMk/>
          <pc:sldMk cId="3900375589" sldId="281"/>
        </pc:sldMkLst>
      </pc:sldChg>
      <pc:sldChg chg="modSp mod">
        <pc:chgData name="Arens, Kristine" userId="ac207c54-c910-4767-8b73-ea28c367bddb" providerId="ADAL" clId="{8C064B8D-75C9-4075-B557-44C096CBBC3A}" dt="2025-09-25T19:50:44.781" v="429" actId="6549"/>
        <pc:sldMkLst>
          <pc:docMk/>
          <pc:sldMk cId="4172222708" sldId="322"/>
        </pc:sldMkLst>
      </pc:sldChg>
      <pc:sldChg chg="modSp mod">
        <pc:chgData name="Arens, Kristine" userId="ac207c54-c910-4767-8b73-ea28c367bddb" providerId="ADAL" clId="{8C064B8D-75C9-4075-B557-44C096CBBC3A}" dt="2025-09-25T19:51:07.891" v="431" actId="1076"/>
        <pc:sldMkLst>
          <pc:docMk/>
          <pc:sldMk cId="2935690009" sldId="323"/>
        </pc:sldMkLst>
      </pc:sldChg>
      <pc:sldChg chg="modSp add mod">
        <pc:chgData name="Arens, Kristine" userId="ac207c54-c910-4767-8b73-ea28c367bddb" providerId="ADAL" clId="{8C064B8D-75C9-4075-B557-44C096CBBC3A}" dt="2025-09-25T21:01:52.873" v="511" actId="27636"/>
        <pc:sldMkLst>
          <pc:docMk/>
          <pc:sldMk cId="2152017084" sldId="373"/>
        </pc:sldMkLst>
      </pc:sldChg>
      <pc:sldChg chg="modSp add mod">
        <pc:chgData name="Arens, Kristine" userId="ac207c54-c910-4767-8b73-ea28c367bddb" providerId="ADAL" clId="{8C064B8D-75C9-4075-B557-44C096CBBC3A}" dt="2025-09-25T21:04:47.926" v="517" actId="1076"/>
        <pc:sldMkLst>
          <pc:docMk/>
          <pc:sldMk cId="175474452" sldId="377"/>
        </pc:sldMkLst>
      </pc:sldChg>
      <pc:sldChg chg="addSp delSp modSp">
        <pc:chgData name="Arens, Kristine" userId="ac207c54-c910-4767-8b73-ea28c367bddb" providerId="ADAL" clId="{8C064B8D-75C9-4075-B557-44C096CBBC3A}" dt="2025-09-25T21:31:03.841" v="1036" actId="1076"/>
        <pc:sldMkLst>
          <pc:docMk/>
          <pc:sldMk cId="2698248426" sldId="416"/>
        </pc:sldMkLst>
      </pc:sldChg>
      <pc:sldChg chg="addSp delSp modSp new mod modClrScheme chgLayout">
        <pc:chgData name="Arens, Kristine" userId="ac207c54-c910-4767-8b73-ea28c367bddb" providerId="ADAL" clId="{8C064B8D-75C9-4075-B557-44C096CBBC3A}" dt="2025-09-25T19:38:26.670" v="392" actId="5793"/>
        <pc:sldMkLst>
          <pc:docMk/>
          <pc:sldMk cId="3528735847" sldId="417"/>
        </pc:sldMkLst>
      </pc:sldChg>
      <pc:sldChg chg="del">
        <pc:chgData name="Arens, Kristine" userId="ac207c54-c910-4767-8b73-ea28c367bddb" providerId="ADAL" clId="{8C064B8D-75C9-4075-B557-44C096CBBC3A}" dt="2025-09-25T19:25:34.332" v="130" actId="47"/>
        <pc:sldMkLst>
          <pc:docMk/>
          <pc:sldMk cId="3805737085" sldId="417"/>
        </pc:sldMkLst>
      </pc:sldChg>
      <pc:sldChg chg="addSp delSp modSp new mod modClrScheme chgLayout">
        <pc:chgData name="Arens, Kristine" userId="ac207c54-c910-4767-8b73-ea28c367bddb" providerId="ADAL" clId="{8C064B8D-75C9-4075-B557-44C096CBBC3A}" dt="2025-09-25T19:39:10.894" v="428" actId="1076"/>
        <pc:sldMkLst>
          <pc:docMk/>
          <pc:sldMk cId="1125956336" sldId="418"/>
        </pc:sldMkLst>
      </pc:sldChg>
      <pc:sldChg chg="modSp new mod">
        <pc:chgData name="Arens, Kristine" userId="ac207c54-c910-4767-8b73-ea28c367bddb" providerId="ADAL" clId="{8C064B8D-75C9-4075-B557-44C096CBBC3A}" dt="2025-09-25T19:51:26.148" v="440" actId="20577"/>
        <pc:sldMkLst>
          <pc:docMk/>
          <pc:sldMk cId="3805492759" sldId="419"/>
        </pc:sldMkLst>
      </pc:sldChg>
      <pc:sldChg chg="addSp delSp modSp new mod modClrScheme chgLayout">
        <pc:chgData name="Arens, Kristine" userId="ac207c54-c910-4767-8b73-ea28c367bddb" providerId="ADAL" clId="{8C064B8D-75C9-4075-B557-44C096CBBC3A}" dt="2025-09-25T21:00:04.012" v="476" actId="20577"/>
        <pc:sldMkLst>
          <pc:docMk/>
          <pc:sldMk cId="3259523451" sldId="420"/>
        </pc:sldMkLst>
      </pc:sldChg>
      <pc:sldChg chg="addSp delSp modSp new mod modClrScheme chgLayout">
        <pc:chgData name="Arens, Kristine" userId="ac207c54-c910-4767-8b73-ea28c367bddb" providerId="ADAL" clId="{8C064B8D-75C9-4075-B557-44C096CBBC3A}" dt="2025-09-25T21:04:22.286" v="513" actId="14100"/>
        <pc:sldMkLst>
          <pc:docMk/>
          <pc:sldMk cId="3285498588" sldId="421"/>
        </pc:sldMkLst>
      </pc:sldChg>
      <pc:sldChg chg="addSp delSp modSp new del mod modClrScheme chgLayout">
        <pc:chgData name="Arens, Kristine" userId="ac207c54-c910-4767-8b73-ea28c367bddb" providerId="ADAL" clId="{8C064B8D-75C9-4075-B557-44C096CBBC3A}" dt="2025-09-25T21:04:25.090" v="514" actId="47"/>
        <pc:sldMkLst>
          <pc:docMk/>
          <pc:sldMk cId="3420677057" sldId="422"/>
        </pc:sldMkLst>
      </pc:sldChg>
      <pc:sldChg chg="add">
        <pc:chgData name="Arens, Kristine" userId="ac207c54-c910-4767-8b73-ea28c367bddb" providerId="ADAL" clId="{8C064B8D-75C9-4075-B557-44C096CBBC3A}" dt="2025-09-25T21:01:52.789" v="510"/>
        <pc:sldMkLst>
          <pc:docMk/>
          <pc:sldMk cId="3500318469" sldId="423"/>
        </pc:sldMkLst>
      </pc:sldChg>
      <pc:sldChg chg="add">
        <pc:chgData name="Arens, Kristine" userId="ac207c54-c910-4767-8b73-ea28c367bddb" providerId="ADAL" clId="{8C064B8D-75C9-4075-B557-44C096CBBC3A}" dt="2025-09-25T21:01:52.789" v="510"/>
        <pc:sldMkLst>
          <pc:docMk/>
          <pc:sldMk cId="3953920413" sldId="424"/>
        </pc:sldMkLst>
      </pc:sldChg>
      <pc:sldChg chg="add">
        <pc:chgData name="Arens, Kristine" userId="ac207c54-c910-4767-8b73-ea28c367bddb" providerId="ADAL" clId="{8C064B8D-75C9-4075-B557-44C096CBBC3A}" dt="2025-09-25T21:01:52.789" v="510"/>
        <pc:sldMkLst>
          <pc:docMk/>
          <pc:sldMk cId="2432409851" sldId="437"/>
        </pc:sldMkLst>
      </pc:sldChg>
      <pc:sldChg chg="addSp delSp modSp new mod modClrScheme chgLayout">
        <pc:chgData name="Arens, Kristine" userId="ac207c54-c910-4767-8b73-ea28c367bddb" providerId="ADAL" clId="{8C064B8D-75C9-4075-B557-44C096CBBC3A}" dt="2025-09-25T21:09:48.689" v="559" actId="20577"/>
        <pc:sldMkLst>
          <pc:docMk/>
          <pc:sldMk cId="3306594821" sldId="438"/>
        </pc:sldMkLst>
      </pc:sldChg>
      <pc:sldChg chg="del">
        <pc:chgData name="Arens, Kristine" userId="ac207c54-c910-4767-8b73-ea28c367bddb" providerId="ADAL" clId="{8C064B8D-75C9-4075-B557-44C096CBBC3A}" dt="2025-09-25T19:25:34.332" v="130" actId="47"/>
        <pc:sldMkLst>
          <pc:docMk/>
          <pc:sldMk cId="3509884494" sldId="486"/>
        </pc:sldMkLst>
      </pc:sldChg>
      <pc:sldChg chg="modSp add mod">
        <pc:chgData name="Arens, Kristine" userId="ac207c54-c910-4767-8b73-ea28c367bddb" providerId="ADAL" clId="{8C064B8D-75C9-4075-B557-44C096CBBC3A}" dt="2025-09-25T21:15:53.895" v="853" actId="20577"/>
        <pc:sldMkLst>
          <pc:docMk/>
          <pc:sldMk cId="3306872117" sldId="505"/>
        </pc:sldMkLst>
      </pc:sldChg>
      <pc:sldChg chg="modSp new mod">
        <pc:chgData name="Arens, Kristine" userId="ac207c54-c910-4767-8b73-ea28c367bddb" providerId="ADAL" clId="{8C064B8D-75C9-4075-B557-44C096CBBC3A}" dt="2025-10-01T15:18:27.841" v="1255"/>
        <pc:sldMkLst>
          <pc:docMk/>
          <pc:sldMk cId="3716469694" sldId="506"/>
        </pc:sldMkLst>
      </pc:sldChg>
      <pc:sldChg chg="addSp delSp modSp new mod">
        <pc:chgData name="Arens, Kristine" userId="ac207c54-c910-4767-8b73-ea28c367bddb" providerId="ADAL" clId="{8C064B8D-75C9-4075-B557-44C096CBBC3A}" dt="2025-09-25T21:36:16.055" v="1191" actId="113"/>
        <pc:sldMkLst>
          <pc:docMk/>
          <pc:sldMk cId="581648316" sldId="507"/>
        </pc:sldMkLst>
      </pc:sldChg>
      <pc:sldChg chg="addSp delSp modSp new mod">
        <pc:chgData name="Arens, Kristine" userId="ac207c54-c910-4767-8b73-ea28c367bddb" providerId="ADAL" clId="{8C064B8D-75C9-4075-B557-44C096CBBC3A}" dt="2025-09-25T21:39:16.571" v="1254" actId="26606"/>
        <pc:sldMkLst>
          <pc:docMk/>
          <pc:sldMk cId="720457789" sldId="508"/>
        </pc:sldMkLst>
      </pc:sldChg>
    </pc:docChg>
  </pc:docChgLst>
  <pc:docChgLst>
    <pc:chgData name="Arens, Kristine" userId="ac207c54-c910-4767-8b73-ea28c367bddb" providerId="ADAL" clId="{204C4DBB-74C7-485C-AAEC-F1FF6787E6C6}"/>
    <pc:docChg chg="undo custSel addSld delSld modSld sldOrd">
      <pc:chgData name="Arens, Kristine" userId="ac207c54-c910-4767-8b73-ea28c367bddb" providerId="ADAL" clId="{204C4DBB-74C7-485C-AAEC-F1FF6787E6C6}" dt="2025-02-14T05:23:21.551" v="240" actId="20577"/>
      <pc:docMkLst>
        <pc:docMk/>
      </pc:docMkLst>
      <pc:sldChg chg="modSp mod">
        <pc:chgData name="Arens, Kristine" userId="ac207c54-c910-4767-8b73-ea28c367bddb" providerId="ADAL" clId="{204C4DBB-74C7-485C-AAEC-F1FF6787E6C6}" dt="2025-02-14T04:05:19.788" v="13" actId="20577"/>
        <pc:sldMkLst>
          <pc:docMk/>
          <pc:sldMk cId="3844926725" sldId="256"/>
        </pc:sldMkLst>
      </pc:sldChg>
      <pc:sldChg chg="modSp mod">
        <pc:chgData name="Arens, Kristine" userId="ac207c54-c910-4767-8b73-ea28c367bddb" providerId="ADAL" clId="{204C4DBB-74C7-485C-AAEC-F1FF6787E6C6}" dt="2025-02-14T04:05:39.369" v="24" actId="20577"/>
        <pc:sldMkLst>
          <pc:docMk/>
          <pc:sldMk cId="4199738797" sldId="265"/>
        </pc:sldMkLst>
      </pc:sldChg>
      <pc:sldChg chg="del">
        <pc:chgData name="Arens, Kristine" userId="ac207c54-c910-4767-8b73-ea28c367bddb" providerId="ADAL" clId="{204C4DBB-74C7-485C-AAEC-F1FF6787E6C6}" dt="2025-02-14T04:05:46.482" v="25" actId="2696"/>
        <pc:sldMkLst>
          <pc:docMk/>
          <pc:sldMk cId="428880066" sldId="266"/>
        </pc:sldMkLst>
      </pc:sldChg>
      <pc:sldChg chg="modSp mod">
        <pc:chgData name="Arens, Kristine" userId="ac207c54-c910-4767-8b73-ea28c367bddb" providerId="ADAL" clId="{204C4DBB-74C7-485C-AAEC-F1FF6787E6C6}" dt="2025-02-14T05:20:34.112" v="191" actId="20577"/>
        <pc:sldMkLst>
          <pc:docMk/>
          <pc:sldMk cId="1060265580" sldId="267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3412375786" sldId="270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2887167054" sldId="274"/>
        </pc:sldMkLst>
      </pc:sldChg>
      <pc:sldChg chg="modSp mod">
        <pc:chgData name="Arens, Kristine" userId="ac207c54-c910-4767-8b73-ea28c367bddb" providerId="ADAL" clId="{204C4DBB-74C7-485C-AAEC-F1FF6787E6C6}" dt="2025-02-14T05:21:29.159" v="216" actId="20577"/>
        <pc:sldMkLst>
          <pc:docMk/>
          <pc:sldMk cId="4125856127" sldId="280"/>
        </pc:sldMkLst>
      </pc:sldChg>
      <pc:sldChg chg="addSp delSp modSp mod modClrScheme chgLayout">
        <pc:chgData name="Arens, Kristine" userId="ac207c54-c910-4767-8b73-ea28c367bddb" providerId="ADAL" clId="{204C4DBB-74C7-485C-AAEC-F1FF6787E6C6}" dt="2025-02-14T05:23:21.551" v="240" actId="20577"/>
        <pc:sldMkLst>
          <pc:docMk/>
          <pc:sldMk cId="3900375589" sldId="281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987044463" sldId="283"/>
        </pc:sldMkLst>
      </pc:sldChg>
      <pc:sldChg chg="del">
        <pc:chgData name="Arens, Kristine" userId="ac207c54-c910-4767-8b73-ea28c367bddb" providerId="ADAL" clId="{204C4DBB-74C7-485C-AAEC-F1FF6787E6C6}" dt="2025-02-14T04:05:49.668" v="26" actId="47"/>
        <pc:sldMkLst>
          <pc:docMk/>
          <pc:sldMk cId="4132911037" sldId="288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2840320359" sldId="289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4127676995" sldId="290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1082306745" sldId="291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3695136499" sldId="304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3852240435" sldId="305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2368770997" sldId="306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926076828" sldId="307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2862180267" sldId="308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1261218788" sldId="309"/>
        </pc:sldMkLst>
      </pc:sldChg>
      <pc:sldChg chg="del">
        <pc:chgData name="Arens, Kristine" userId="ac207c54-c910-4767-8b73-ea28c367bddb" providerId="ADAL" clId="{204C4DBB-74C7-485C-AAEC-F1FF6787E6C6}" dt="2025-02-14T04:05:50.652" v="27" actId="47"/>
        <pc:sldMkLst>
          <pc:docMk/>
          <pc:sldMk cId="4167358049" sldId="310"/>
        </pc:sldMkLst>
      </pc:sldChg>
      <pc:sldChg chg="del">
        <pc:chgData name="Arens, Kristine" userId="ac207c54-c910-4767-8b73-ea28c367bddb" providerId="ADAL" clId="{204C4DBB-74C7-485C-AAEC-F1FF6787E6C6}" dt="2025-02-14T04:05:54.077" v="28" actId="47"/>
        <pc:sldMkLst>
          <pc:docMk/>
          <pc:sldMk cId="4126026925" sldId="311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869356599" sldId="312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2687688722" sldId="313"/>
        </pc:sldMkLst>
      </pc:sldChg>
      <pc:sldChg chg="del">
        <pc:chgData name="Arens, Kristine" userId="ac207c54-c910-4767-8b73-ea28c367bddb" providerId="ADAL" clId="{204C4DBB-74C7-485C-AAEC-F1FF6787E6C6}" dt="2025-02-14T04:06:08.998" v="29" actId="47"/>
        <pc:sldMkLst>
          <pc:docMk/>
          <pc:sldMk cId="512884268" sldId="415"/>
        </pc:sldMkLst>
      </pc:sldChg>
      <pc:sldChg chg="modSp new mod">
        <pc:chgData name="Arens, Kristine" userId="ac207c54-c910-4767-8b73-ea28c367bddb" providerId="ADAL" clId="{204C4DBB-74C7-485C-AAEC-F1FF6787E6C6}" dt="2025-02-14T05:20:23.117" v="177" actId="20577"/>
        <pc:sldMkLst>
          <pc:docMk/>
          <pc:sldMk cId="3805737085" sldId="417"/>
        </pc:sldMkLst>
      </pc:sldChg>
      <pc:sldChg chg="modSp add mod ord">
        <pc:chgData name="Arens, Kristine" userId="ac207c54-c910-4767-8b73-ea28c367bddb" providerId="ADAL" clId="{204C4DBB-74C7-485C-AAEC-F1FF6787E6C6}" dt="2025-02-14T05:20:16.263" v="167"/>
        <pc:sldMkLst>
          <pc:docMk/>
          <pc:sldMk cId="3509884494" sldId="486"/>
        </pc:sldMkLst>
      </pc:sldChg>
    </pc:docChg>
  </pc:docChgLst>
  <pc:docChgLst>
    <pc:chgData name="Arens, Kristine" userId="ac207c54-c910-4767-8b73-ea28c367bddb" providerId="ADAL" clId="{7476D573-C94A-4856-B791-A507CD85D1CB}"/>
    <pc:docChg chg="custSel addSld delSld modSld sldOrd delMainMaster">
      <pc:chgData name="Arens, Kristine" userId="ac207c54-c910-4767-8b73-ea28c367bddb" providerId="ADAL" clId="{7476D573-C94A-4856-B791-A507CD85D1CB}" dt="2024-09-10T02:44:59.132" v="772" actId="6549"/>
      <pc:docMkLst>
        <pc:docMk/>
      </pc:docMkLst>
      <pc:sldChg chg="modSp mod">
        <pc:chgData name="Arens, Kristine" userId="ac207c54-c910-4767-8b73-ea28c367bddb" providerId="ADAL" clId="{7476D573-C94A-4856-B791-A507CD85D1CB}" dt="2024-09-10T00:59:07.325" v="672" actId="20577"/>
        <pc:sldMkLst>
          <pc:docMk/>
          <pc:sldMk cId="3844926725" sldId="256"/>
        </pc:sldMkLst>
      </pc:sldChg>
      <pc:sldChg chg="del">
        <pc:chgData name="Arens, Kristine" userId="ac207c54-c910-4767-8b73-ea28c367bddb" providerId="ADAL" clId="{7476D573-C94A-4856-B791-A507CD85D1CB}" dt="2024-09-10T01:18:37.119" v="673" actId="47"/>
        <pc:sldMkLst>
          <pc:docMk/>
          <pc:sldMk cId="1518565588" sldId="258"/>
        </pc:sldMkLst>
      </pc:sldChg>
      <pc:sldChg chg="del">
        <pc:chgData name="Arens, Kristine" userId="ac207c54-c910-4767-8b73-ea28c367bddb" providerId="ADAL" clId="{7476D573-C94A-4856-B791-A507CD85D1CB}" dt="2024-09-10T01:18:37.119" v="673" actId="47"/>
        <pc:sldMkLst>
          <pc:docMk/>
          <pc:sldMk cId="4255771493" sldId="259"/>
        </pc:sldMkLst>
      </pc:sldChg>
      <pc:sldChg chg="del">
        <pc:chgData name="Arens, Kristine" userId="ac207c54-c910-4767-8b73-ea28c367bddb" providerId="ADAL" clId="{7476D573-C94A-4856-B791-A507CD85D1CB}" dt="2024-09-10T01:18:37.119" v="673" actId="47"/>
        <pc:sldMkLst>
          <pc:docMk/>
          <pc:sldMk cId="2404977912" sldId="260"/>
        </pc:sldMkLst>
      </pc:sldChg>
      <pc:sldChg chg="del">
        <pc:chgData name="Arens, Kristine" userId="ac207c54-c910-4767-8b73-ea28c367bddb" providerId="ADAL" clId="{7476D573-C94A-4856-B791-A507CD85D1CB}" dt="2024-09-10T01:18:37.119" v="673" actId="47"/>
        <pc:sldMkLst>
          <pc:docMk/>
          <pc:sldMk cId="3467680755" sldId="261"/>
        </pc:sldMkLst>
      </pc:sldChg>
      <pc:sldChg chg="del">
        <pc:chgData name="Arens, Kristine" userId="ac207c54-c910-4767-8b73-ea28c367bddb" providerId="ADAL" clId="{7476D573-C94A-4856-B791-A507CD85D1CB}" dt="2024-09-10T01:18:37.119" v="673" actId="47"/>
        <pc:sldMkLst>
          <pc:docMk/>
          <pc:sldMk cId="896189319" sldId="262"/>
        </pc:sldMkLst>
      </pc:sldChg>
      <pc:sldChg chg="modSp mod">
        <pc:chgData name="Arens, Kristine" userId="ac207c54-c910-4767-8b73-ea28c367bddb" providerId="ADAL" clId="{7476D573-C94A-4856-B791-A507CD85D1CB}" dt="2024-09-10T01:19:03.940" v="728" actId="20577"/>
        <pc:sldMkLst>
          <pc:docMk/>
          <pc:sldMk cId="4199738797" sldId="265"/>
        </pc:sldMkLst>
      </pc:sldChg>
      <pc:sldChg chg="addSp delSp modSp mod">
        <pc:chgData name="Arens, Kristine" userId="ac207c54-c910-4767-8b73-ea28c367bddb" providerId="ADAL" clId="{7476D573-C94A-4856-B791-A507CD85D1CB}" dt="2024-09-10T00:41:56.369" v="383" actId="14100"/>
        <pc:sldMkLst>
          <pc:docMk/>
          <pc:sldMk cId="428880066" sldId="266"/>
        </pc:sldMkLst>
      </pc:sldChg>
      <pc:sldChg chg="del">
        <pc:chgData name="Arens, Kristine" userId="ac207c54-c910-4767-8b73-ea28c367bddb" providerId="ADAL" clId="{7476D573-C94A-4856-B791-A507CD85D1CB}" dt="2024-09-10T00:55:30.877" v="641" actId="47"/>
        <pc:sldMkLst>
          <pc:docMk/>
          <pc:sldMk cId="436862941" sldId="271"/>
        </pc:sldMkLst>
      </pc:sldChg>
      <pc:sldChg chg="del">
        <pc:chgData name="Arens, Kristine" userId="ac207c54-c910-4767-8b73-ea28c367bddb" providerId="ADAL" clId="{7476D573-C94A-4856-B791-A507CD85D1CB}" dt="2024-09-10T00:57:43.743" v="646" actId="47"/>
        <pc:sldMkLst>
          <pc:docMk/>
          <pc:sldMk cId="160736549" sldId="272"/>
        </pc:sldMkLst>
      </pc:sldChg>
      <pc:sldChg chg="del">
        <pc:chgData name="Arens, Kristine" userId="ac207c54-c910-4767-8b73-ea28c367bddb" providerId="ADAL" clId="{7476D573-C94A-4856-B791-A507CD85D1CB}" dt="2024-09-10T00:57:52.071" v="649" actId="47"/>
        <pc:sldMkLst>
          <pc:docMk/>
          <pc:sldMk cId="3279207640" sldId="273"/>
        </pc:sldMkLst>
      </pc:sldChg>
      <pc:sldChg chg="addSp delSp modSp mod ord">
        <pc:chgData name="Arens, Kristine" userId="ac207c54-c910-4767-8b73-ea28c367bddb" providerId="ADAL" clId="{7476D573-C94A-4856-B791-A507CD85D1CB}" dt="2024-09-10T00:49:01.210" v="522" actId="20577"/>
        <pc:sldMkLst>
          <pc:docMk/>
          <pc:sldMk cId="2887167054" sldId="274"/>
        </pc:sldMkLst>
      </pc:sldChg>
      <pc:sldChg chg="modSp mod">
        <pc:chgData name="Arens, Kristine" userId="ac207c54-c910-4767-8b73-ea28c367bddb" providerId="ADAL" clId="{7476D573-C94A-4856-B791-A507CD85D1CB}" dt="2024-09-10T02:44:59.132" v="772" actId="6549"/>
        <pc:sldMkLst>
          <pc:docMk/>
          <pc:sldMk cId="4125856127" sldId="280"/>
        </pc:sldMkLst>
      </pc:sldChg>
      <pc:sldChg chg="del">
        <pc:chgData name="Arens, Kristine" userId="ac207c54-c910-4767-8b73-ea28c367bddb" providerId="ADAL" clId="{7476D573-C94A-4856-B791-A507CD85D1CB}" dt="2024-09-10T01:18:37.119" v="673" actId="47"/>
        <pc:sldMkLst>
          <pc:docMk/>
          <pc:sldMk cId="2255816227" sldId="282"/>
        </pc:sldMkLst>
      </pc:sldChg>
      <pc:sldChg chg="addSp delSp modSp mod">
        <pc:chgData name="Arens, Kristine" userId="ac207c54-c910-4767-8b73-ea28c367bddb" providerId="ADAL" clId="{7476D573-C94A-4856-B791-A507CD85D1CB}" dt="2024-09-10T00:43:02.478" v="386"/>
        <pc:sldMkLst>
          <pc:docMk/>
          <pc:sldMk cId="4132911037" sldId="288"/>
        </pc:sldMkLst>
      </pc:sldChg>
      <pc:sldChg chg="addSp delSp modSp mod">
        <pc:chgData name="Arens, Kristine" userId="ac207c54-c910-4767-8b73-ea28c367bddb" providerId="ADAL" clId="{7476D573-C94A-4856-B791-A507CD85D1CB}" dt="2024-09-10T00:53:29.021" v="640" actId="20577"/>
        <pc:sldMkLst>
          <pc:docMk/>
          <pc:sldMk cId="1082306745" sldId="291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1026266071" sldId="292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2113076161" sldId="293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1004685214" sldId="294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1949127109" sldId="295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2882386467" sldId="296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2102262909" sldId="297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1263531665" sldId="298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894733546" sldId="299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2786872020" sldId="300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3735346127" sldId="301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811461918" sldId="302"/>
        </pc:sldMkLst>
      </pc:sldChg>
      <pc:sldChg chg="del">
        <pc:chgData name="Arens, Kristine" userId="ac207c54-c910-4767-8b73-ea28c367bddb" providerId="ADAL" clId="{7476D573-C94A-4856-B791-A507CD85D1CB}" dt="2024-09-10T00:56:21.697" v="642" actId="47"/>
        <pc:sldMkLst>
          <pc:docMk/>
          <pc:sldMk cId="2351726722" sldId="303"/>
        </pc:sldMkLst>
      </pc:sldChg>
      <pc:sldChg chg="addSp delSp modSp mod">
        <pc:chgData name="Arens, Kristine" userId="ac207c54-c910-4767-8b73-ea28c367bddb" providerId="ADAL" clId="{7476D573-C94A-4856-B791-A507CD85D1CB}" dt="2024-09-10T00:45:17.244" v="389" actId="26606"/>
        <pc:sldMkLst>
          <pc:docMk/>
          <pc:sldMk cId="869356599" sldId="312"/>
        </pc:sldMkLst>
      </pc:sldChg>
      <pc:sldChg chg="del">
        <pc:chgData name="Arens, Kristine" userId="ac207c54-c910-4767-8b73-ea28c367bddb" providerId="ADAL" clId="{7476D573-C94A-4856-B791-A507CD85D1CB}" dt="2024-09-10T00:57:50.240" v="648" actId="47"/>
        <pc:sldMkLst>
          <pc:docMk/>
          <pc:sldMk cId="1357463606" sldId="314"/>
        </pc:sldMkLst>
      </pc:sldChg>
      <pc:sldChg chg="add ord">
        <pc:chgData name="Arens, Kristine" userId="ac207c54-c910-4767-8b73-ea28c367bddb" providerId="ADAL" clId="{7476D573-C94A-4856-B791-A507CD85D1CB}" dt="2024-09-10T00:57:19.701" v="645"/>
        <pc:sldMkLst>
          <pc:docMk/>
          <pc:sldMk cId="2311994230" sldId="320"/>
        </pc:sldMkLst>
      </pc:sldChg>
      <pc:sldChg chg="add ord">
        <pc:chgData name="Arens, Kristine" userId="ac207c54-c910-4767-8b73-ea28c367bddb" providerId="ADAL" clId="{7476D573-C94A-4856-B791-A507CD85D1CB}" dt="2024-09-10T00:57:19.701" v="645"/>
        <pc:sldMkLst>
          <pc:docMk/>
          <pc:sldMk cId="969012145" sldId="321"/>
        </pc:sldMkLst>
      </pc:sldChg>
      <pc:sldChg chg="add ord">
        <pc:chgData name="Arens, Kristine" userId="ac207c54-c910-4767-8b73-ea28c367bddb" providerId="ADAL" clId="{7476D573-C94A-4856-B791-A507CD85D1CB}" dt="2024-09-10T00:57:19.701" v="645"/>
        <pc:sldMkLst>
          <pc:docMk/>
          <pc:sldMk cId="4172222708" sldId="322"/>
        </pc:sldMkLst>
      </pc:sldChg>
      <pc:sldChg chg="add ord">
        <pc:chgData name="Arens, Kristine" userId="ac207c54-c910-4767-8b73-ea28c367bddb" providerId="ADAL" clId="{7476D573-C94A-4856-B791-A507CD85D1CB}" dt="2024-09-10T00:57:19.701" v="645"/>
        <pc:sldMkLst>
          <pc:docMk/>
          <pc:sldMk cId="2935690009" sldId="323"/>
        </pc:sldMkLst>
      </pc:sldChg>
      <pc:sldChg chg="add ord">
        <pc:chgData name="Arens, Kristine" userId="ac207c54-c910-4767-8b73-ea28c367bddb" providerId="ADAL" clId="{7476D573-C94A-4856-B791-A507CD85D1CB}" dt="2024-09-10T00:57:19.701" v="645"/>
        <pc:sldMkLst>
          <pc:docMk/>
          <pc:sldMk cId="2731843499" sldId="324"/>
        </pc:sldMkLst>
      </pc:sldChg>
      <pc:sldChg chg="del">
        <pc:chgData name="Arens, Kristine" userId="ac207c54-c910-4767-8b73-ea28c367bddb" providerId="ADAL" clId="{7476D573-C94A-4856-B791-A507CD85D1CB}" dt="2024-09-10T00:57:47.430" v="647" actId="47"/>
        <pc:sldMkLst>
          <pc:docMk/>
          <pc:sldMk cId="3732970831" sldId="414"/>
        </pc:sldMkLst>
      </pc:sldChg>
      <pc:sldChg chg="addSp delSp modSp new mod">
        <pc:chgData name="Arens, Kristine" userId="ac207c54-c910-4767-8b73-ea28c367bddb" providerId="ADAL" clId="{7476D573-C94A-4856-B791-A507CD85D1CB}" dt="2024-09-10T00:49:19.942" v="530" actId="20577"/>
        <pc:sldMkLst>
          <pc:docMk/>
          <pc:sldMk cId="512884268" sldId="415"/>
        </pc:sldMkLst>
      </pc:sldChg>
      <pc:sldChg chg="add ord">
        <pc:chgData name="Arens, Kristine" userId="ac207c54-c910-4767-8b73-ea28c367bddb" providerId="ADAL" clId="{7476D573-C94A-4856-B791-A507CD85D1CB}" dt="2024-09-10T00:57:19.701" v="645"/>
        <pc:sldMkLst>
          <pc:docMk/>
          <pc:sldMk cId="2698248426" sldId="416"/>
        </pc:sldMkLst>
      </pc:sldChg>
      <pc:sldMasterChg chg="del delSldLayout">
        <pc:chgData name="Arens, Kristine" userId="ac207c54-c910-4767-8b73-ea28c367bddb" providerId="ADAL" clId="{7476D573-C94A-4856-B791-A507CD85D1CB}" dt="2024-09-10T00:57:50.240" v="648" actId="47"/>
        <pc:sldMasterMkLst>
          <pc:docMk/>
          <pc:sldMasterMk cId="2260044689" sldId="2147483677"/>
        </pc:sldMasterMkLst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3381678138" sldId="2147483678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1434622729" sldId="2147483679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2690384252" sldId="2147483680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3589638441" sldId="2147483681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1974317942" sldId="2147483682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1142475676" sldId="2147483683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3493765715" sldId="2147483684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2644431816" sldId="2147483685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3926523561" sldId="2147483686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506924798" sldId="2147483687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2545622586" sldId="2147483688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1816355237" sldId="2147483689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3527883651" sldId="2147483690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3076818539" sldId="2147483691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2974717895" sldId="2147483692"/>
          </pc:sldLayoutMkLst>
        </pc:sldLayoutChg>
        <pc:sldLayoutChg chg="del">
          <pc:chgData name="Arens, Kristine" userId="ac207c54-c910-4767-8b73-ea28c367bddb" providerId="ADAL" clId="{7476D573-C94A-4856-B791-A507CD85D1CB}" dt="2024-09-10T00:57:50.240" v="648" actId="47"/>
          <pc:sldLayoutMkLst>
            <pc:docMk/>
            <pc:sldMasterMk cId="2260044689" sldId="2147483677"/>
            <pc:sldLayoutMk cId="107375108" sldId="2147483693"/>
          </pc:sldLayoutMkLst>
        </pc:sldLayoutChg>
      </pc:sldMasterChg>
    </pc:docChg>
  </pc:docChgLst>
  <pc:docChgLst>
    <pc:chgData name="Arens, Kristine" userId="ac207c54-c910-4767-8b73-ea28c367bddb" providerId="ADAL" clId="{4E061A65-EF25-49A1-8A9F-5E46263A4064}"/>
    <pc:docChg chg="custSel modSld">
      <pc:chgData name="Arens, Kristine" userId="ac207c54-c910-4767-8b73-ea28c367bddb" providerId="ADAL" clId="{4E061A65-EF25-49A1-8A9F-5E46263A4064}" dt="2026-02-20T02:45:18.157" v="10" actId="404"/>
      <pc:docMkLst>
        <pc:docMk/>
      </pc:docMkLst>
      <pc:sldChg chg="modSp mod chgLayout">
        <pc:chgData name="Arens, Kristine" userId="ac207c54-c910-4767-8b73-ea28c367bddb" providerId="ADAL" clId="{4E061A65-EF25-49A1-8A9F-5E46263A4064}" dt="2026-02-20T02:45:18.157" v="10" actId="404"/>
        <pc:sldMkLst>
          <pc:docMk/>
          <pc:sldMk cId="3716469694" sldId="506"/>
        </pc:sldMkLst>
        <pc:spChg chg="mod ord">
          <ac:chgData name="Arens, Kristine" userId="ac207c54-c910-4767-8b73-ea28c367bddb" providerId="ADAL" clId="{4E061A65-EF25-49A1-8A9F-5E46263A4064}" dt="2026-02-20T02:44:31.258" v="1" actId="700"/>
          <ac:spMkLst>
            <pc:docMk/>
            <pc:sldMk cId="3716469694" sldId="506"/>
            <ac:spMk id="2" creationId="{2C5800F8-A527-718F-EDCD-65D71FC24B1F}"/>
          </ac:spMkLst>
        </pc:spChg>
        <pc:spChg chg="mod ord">
          <ac:chgData name="Arens, Kristine" userId="ac207c54-c910-4767-8b73-ea28c367bddb" providerId="ADAL" clId="{4E061A65-EF25-49A1-8A9F-5E46263A4064}" dt="2026-02-20T02:45:18.157" v="10" actId="404"/>
          <ac:spMkLst>
            <pc:docMk/>
            <pc:sldMk cId="3716469694" sldId="506"/>
            <ac:spMk id="3" creationId="{284201B5-6530-C684-197A-89BA89AEF14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consulting/comments/95j9ux/sample_case_and_commentary/" TargetMode="External"/><Relationship Id="rId2" Type="http://schemas.openxmlformats.org/officeDocument/2006/relationships/hyperlink" Target="https://datalemur.com/" TargetMode="External"/><Relationship Id="rId1" Type="http://schemas.openxmlformats.org/officeDocument/2006/relationships/hyperlink" Target="https://usrecruiting.deloitte.com/case-prep-tool" TargetMode="External"/><Relationship Id="rId4" Type="http://schemas.openxmlformats.org/officeDocument/2006/relationships/hyperlink" Target="https://cdn.uconnectlabs.com/wp-content/uploads/sites/74/2019/09/Penn-Case-Book-with-Practice-Cases.pdf" TargetMode="Externa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www.mckinsey.com/careers/interviewing/diconsa" TargetMode="External"/><Relationship Id="rId7" Type="http://schemas.openxmlformats.org/officeDocument/2006/relationships/image" Target="../media/image21.svg"/><Relationship Id="rId2" Type="http://schemas.openxmlformats.org/officeDocument/2006/relationships/hyperlink" Target="https://www.youtube.com/watch?v=JRTsCAGt6Dk" TargetMode="External"/><Relationship Id="rId1" Type="http://schemas.openxmlformats.org/officeDocument/2006/relationships/hyperlink" Target="https://www.youtube.com/watch?v=6R5bT4cJh0A&amp;t=1s" TargetMode="Externa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hyperlink" Target="https://www.youtube.com/watch?v=LHt0EFIGZNs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www.youtube.com/watch?v=7VFoLDN3apI" TargetMode="External"/><Relationship Id="rId9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consulting/comments/95j9ux/sample_case_and_commentary/" TargetMode="External"/><Relationship Id="rId2" Type="http://schemas.openxmlformats.org/officeDocument/2006/relationships/hyperlink" Target="https://datalemur.com/" TargetMode="External"/><Relationship Id="rId1" Type="http://schemas.openxmlformats.org/officeDocument/2006/relationships/hyperlink" Target="https://usrecruiting.deloitte.com/case-prep-tool" TargetMode="External"/><Relationship Id="rId4" Type="http://schemas.openxmlformats.org/officeDocument/2006/relationships/hyperlink" Target="https://cdn.uconnectlabs.com/wp-content/uploads/sites/74/2019/09/Penn-Case-Book-with-Practice-Cases.pdf" TargetMode="External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www.youtube.com/watch?v=6R5bT4cJh0A&amp;t=1s" TargetMode="External"/><Relationship Id="rId7" Type="http://schemas.openxmlformats.org/officeDocument/2006/relationships/hyperlink" Target="https://www.mckinsey.com/careers/interviewing/diconsa" TargetMode="External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hyperlink" Target="https://www.youtube.com/watch?v=LHt0EFIGZNs" TargetMode="External"/><Relationship Id="rId5" Type="http://schemas.openxmlformats.org/officeDocument/2006/relationships/image" Target="../media/image22.png"/><Relationship Id="rId10" Type="http://schemas.openxmlformats.org/officeDocument/2006/relationships/hyperlink" Target="https://www.youtube.com/watch?v=7VFoLDN3apI" TargetMode="External"/><Relationship Id="rId4" Type="http://schemas.openxmlformats.org/officeDocument/2006/relationships/hyperlink" Target="https://www.youtube.com/watch?v=JRTsCAGt6Dk" TargetMode="External"/><Relationship Id="rId9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40DE74-E3E4-4136-A6EA-2C1ECBF2B58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CDA7253-268B-4C65-BE21-EC3150D35B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/>
            <a:t>Open-ended Cases</a:t>
          </a:r>
        </a:p>
      </dgm:t>
    </dgm:pt>
    <dgm:pt modelId="{45D8BD67-3982-4C9F-B67F-407C52528FB1}" type="parTrans" cxnId="{3F1D3DE8-4190-4485-9503-D6F894F48295}">
      <dgm:prSet/>
      <dgm:spPr/>
      <dgm:t>
        <a:bodyPr/>
        <a:lstStyle/>
        <a:p>
          <a:endParaRPr lang="en-US" sz="2000"/>
        </a:p>
      </dgm:t>
    </dgm:pt>
    <dgm:pt modelId="{64B213E6-AB5D-4389-92E8-A82F136DFDB8}" type="sibTrans" cxnId="{3F1D3DE8-4190-4485-9503-D6F894F48295}">
      <dgm:prSet/>
      <dgm:spPr/>
      <dgm:t>
        <a:bodyPr/>
        <a:lstStyle/>
        <a:p>
          <a:endParaRPr lang="en-US" sz="2000"/>
        </a:p>
      </dgm:t>
    </dgm:pt>
    <dgm:pt modelId="{F4D508AC-140C-4C36-AE18-BE020B2986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Broad question – usually a few sentences long</a:t>
          </a:r>
        </a:p>
      </dgm:t>
    </dgm:pt>
    <dgm:pt modelId="{F84E0D85-11E3-4AE9-B3B1-1614372DF8BB}" type="parTrans" cxnId="{DA1A793B-3AEC-488C-B184-5664D3EDB26C}">
      <dgm:prSet/>
      <dgm:spPr/>
      <dgm:t>
        <a:bodyPr/>
        <a:lstStyle/>
        <a:p>
          <a:endParaRPr lang="en-US" sz="2000"/>
        </a:p>
      </dgm:t>
    </dgm:pt>
    <dgm:pt modelId="{A0BC7AEA-BC8C-4C69-A9BB-A781C1FF6F60}" type="sibTrans" cxnId="{DA1A793B-3AEC-488C-B184-5664D3EDB26C}">
      <dgm:prSet/>
      <dgm:spPr/>
      <dgm:t>
        <a:bodyPr/>
        <a:lstStyle/>
        <a:p>
          <a:endParaRPr lang="en-US" sz="2000"/>
        </a:p>
      </dgm:t>
    </dgm:pt>
    <dgm:pt modelId="{FB8A1F05-9BF0-48D9-ACC6-15D3305469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Make assumptions and discuss thought process</a:t>
          </a:r>
        </a:p>
      </dgm:t>
    </dgm:pt>
    <dgm:pt modelId="{BB6EB508-46EB-44AB-A628-DF116BC41807}" type="parTrans" cxnId="{F880A70F-4F10-4761-B301-3F25B8D8A1BF}">
      <dgm:prSet/>
      <dgm:spPr/>
      <dgm:t>
        <a:bodyPr/>
        <a:lstStyle/>
        <a:p>
          <a:endParaRPr lang="en-US" sz="2000"/>
        </a:p>
      </dgm:t>
    </dgm:pt>
    <dgm:pt modelId="{4E968C7B-BD21-4F06-9291-BD8203AAE020}" type="sibTrans" cxnId="{F880A70F-4F10-4761-B301-3F25B8D8A1BF}">
      <dgm:prSet/>
      <dgm:spPr/>
      <dgm:t>
        <a:bodyPr/>
        <a:lstStyle/>
        <a:p>
          <a:endParaRPr lang="en-US" sz="2000"/>
        </a:p>
      </dgm:t>
    </dgm:pt>
    <dgm:pt modelId="{8FB43234-F73E-44B5-8202-09C510BD7F8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/>
            <a:t>Structured Cases</a:t>
          </a:r>
        </a:p>
      </dgm:t>
    </dgm:pt>
    <dgm:pt modelId="{030C2CEA-F3F5-4B1B-BFC8-C43EA0AA5FE6}" type="parTrans" cxnId="{F866C707-D072-400C-AAD0-A6DFFE357513}">
      <dgm:prSet/>
      <dgm:spPr/>
      <dgm:t>
        <a:bodyPr/>
        <a:lstStyle/>
        <a:p>
          <a:endParaRPr lang="en-US" sz="2000"/>
        </a:p>
      </dgm:t>
    </dgm:pt>
    <dgm:pt modelId="{265A2EA3-DB06-4DB1-8514-82582BA1CF5F}" type="sibTrans" cxnId="{F866C707-D072-400C-AAD0-A6DFFE357513}">
      <dgm:prSet/>
      <dgm:spPr/>
      <dgm:t>
        <a:bodyPr/>
        <a:lstStyle/>
        <a:p>
          <a:endParaRPr lang="en-US" sz="2000"/>
        </a:p>
      </dgm:t>
    </dgm:pt>
    <dgm:pt modelId="{35AE06EB-3D8D-4044-AC92-D4E4BB04E4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Generally, a one-on-one case</a:t>
          </a:r>
        </a:p>
      </dgm:t>
    </dgm:pt>
    <dgm:pt modelId="{4D2C28EB-7A17-42B6-A8E8-2F7413E6CECD}" type="parTrans" cxnId="{6868C17E-F55D-4E77-970D-D66E79DD4DC6}">
      <dgm:prSet/>
      <dgm:spPr/>
      <dgm:t>
        <a:bodyPr/>
        <a:lstStyle/>
        <a:p>
          <a:endParaRPr lang="en-US" sz="2000"/>
        </a:p>
      </dgm:t>
    </dgm:pt>
    <dgm:pt modelId="{ED8A421F-A10A-47C4-AF66-85C3B963FF0B}" type="sibTrans" cxnId="{6868C17E-F55D-4E77-970D-D66E79DD4DC6}">
      <dgm:prSet/>
      <dgm:spPr/>
      <dgm:t>
        <a:bodyPr/>
        <a:lstStyle/>
        <a:p>
          <a:endParaRPr lang="en-US" sz="2000"/>
        </a:p>
      </dgm:t>
    </dgm:pt>
    <dgm:pt modelId="{5CFEE9C2-3C04-4FA9-9544-5A673A44AF0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Guided case - Walked through problem-solving process</a:t>
          </a:r>
        </a:p>
      </dgm:t>
    </dgm:pt>
    <dgm:pt modelId="{D3F8C748-2A7B-43DC-9E14-D539F09237BB}" type="parTrans" cxnId="{25350487-C15A-44A0-B4F7-4472940E4EF0}">
      <dgm:prSet/>
      <dgm:spPr/>
      <dgm:t>
        <a:bodyPr/>
        <a:lstStyle/>
        <a:p>
          <a:endParaRPr lang="en-US" sz="2000"/>
        </a:p>
      </dgm:t>
    </dgm:pt>
    <dgm:pt modelId="{AEDB7B50-8C12-4196-991B-9495EB8DCA87}" type="sibTrans" cxnId="{25350487-C15A-44A0-B4F7-4472940E4EF0}">
      <dgm:prSet/>
      <dgm:spPr/>
      <dgm:t>
        <a:bodyPr/>
        <a:lstStyle/>
        <a:p>
          <a:endParaRPr lang="en-US" sz="2000"/>
        </a:p>
      </dgm:t>
    </dgm:pt>
    <dgm:pt modelId="{078CC777-84D1-4F71-BC38-7C37AB783D3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/>
            <a:t>Paper-driven cases</a:t>
          </a:r>
        </a:p>
      </dgm:t>
    </dgm:pt>
    <dgm:pt modelId="{92DF787F-CF24-4CDF-8E58-56EAB87565CD}" type="parTrans" cxnId="{8B93D6B5-7E2B-4440-87AE-B7AD8C13DDC5}">
      <dgm:prSet/>
      <dgm:spPr/>
      <dgm:t>
        <a:bodyPr/>
        <a:lstStyle/>
        <a:p>
          <a:endParaRPr lang="en-US" sz="2000"/>
        </a:p>
      </dgm:t>
    </dgm:pt>
    <dgm:pt modelId="{10BF33A4-7D99-4FA0-9B58-CA354A7515BD}" type="sibTrans" cxnId="{8B93D6B5-7E2B-4440-87AE-B7AD8C13DDC5}">
      <dgm:prSet/>
      <dgm:spPr/>
      <dgm:t>
        <a:bodyPr/>
        <a:lstStyle/>
        <a:p>
          <a:endParaRPr lang="en-US" sz="2000"/>
        </a:p>
      </dgm:t>
    </dgm:pt>
    <dgm:pt modelId="{ACA6FD61-6D70-4976-9DF6-A3C9F382FC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Given a deck of information (graphs, spreadsheets, statements)</a:t>
          </a:r>
        </a:p>
      </dgm:t>
    </dgm:pt>
    <dgm:pt modelId="{5055EDB4-9006-4364-A7DF-A75637F2B421}" type="parTrans" cxnId="{95B6D906-6289-4BC5-9FD9-5C542F0C4031}">
      <dgm:prSet/>
      <dgm:spPr/>
      <dgm:t>
        <a:bodyPr/>
        <a:lstStyle/>
        <a:p>
          <a:endParaRPr lang="en-US" sz="2000"/>
        </a:p>
      </dgm:t>
    </dgm:pt>
    <dgm:pt modelId="{7F7F323A-B5A2-46A9-A12B-D2C99F100DC3}" type="sibTrans" cxnId="{95B6D906-6289-4BC5-9FD9-5C542F0C4031}">
      <dgm:prSet/>
      <dgm:spPr/>
      <dgm:t>
        <a:bodyPr/>
        <a:lstStyle/>
        <a:p>
          <a:endParaRPr lang="en-US" sz="2000"/>
        </a:p>
      </dgm:t>
    </dgm:pt>
    <dgm:pt modelId="{9FAD435C-6F82-440C-ABE0-C6DFD962365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Asked to review information and provide insight</a:t>
          </a:r>
        </a:p>
      </dgm:t>
    </dgm:pt>
    <dgm:pt modelId="{8C0C9B66-B981-480B-B108-A75E2E8BD893}" type="parTrans" cxnId="{4317B65B-8BF7-44DD-A6E8-9215FEC8CDFA}">
      <dgm:prSet/>
      <dgm:spPr/>
      <dgm:t>
        <a:bodyPr/>
        <a:lstStyle/>
        <a:p>
          <a:endParaRPr lang="en-US" sz="2000"/>
        </a:p>
      </dgm:t>
    </dgm:pt>
    <dgm:pt modelId="{2B4B3AFC-CFD0-4565-9899-EFAE7EF4611B}" type="sibTrans" cxnId="{4317B65B-8BF7-44DD-A6E8-9215FEC8CDFA}">
      <dgm:prSet/>
      <dgm:spPr/>
      <dgm:t>
        <a:bodyPr/>
        <a:lstStyle/>
        <a:p>
          <a:endParaRPr lang="en-US" sz="2000"/>
        </a:p>
      </dgm:t>
    </dgm:pt>
    <dgm:pt modelId="{B29B487E-946E-4F3C-BAC7-1AEC30A53516}" type="pres">
      <dgm:prSet presAssocID="{F740DE74-E3E4-4136-A6EA-2C1ECBF2B580}" presName="root" presStyleCnt="0">
        <dgm:presLayoutVars>
          <dgm:dir/>
          <dgm:resizeHandles val="exact"/>
        </dgm:presLayoutVars>
      </dgm:prSet>
      <dgm:spPr/>
    </dgm:pt>
    <dgm:pt modelId="{BB24EC25-76B7-473F-AE9F-C98564438AB5}" type="pres">
      <dgm:prSet presAssocID="{ACDA7253-268B-4C65-BE21-EC3150D35B33}" presName="compNode" presStyleCnt="0"/>
      <dgm:spPr/>
    </dgm:pt>
    <dgm:pt modelId="{80E2AA40-1827-4663-BFC4-940447DAFFCC}" type="pres">
      <dgm:prSet presAssocID="{ACDA7253-268B-4C65-BE21-EC3150D35B33}" presName="bgRect" presStyleLbl="bgShp" presStyleIdx="0" presStyleCnt="3"/>
      <dgm:spPr/>
    </dgm:pt>
    <dgm:pt modelId="{92045CE1-D7FB-4CFF-A303-E5EB727EBD35}" type="pres">
      <dgm:prSet presAssocID="{ACDA7253-268B-4C65-BE21-EC3150D35B33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5457840C-5A50-45F0-8583-CB33E676A1ED}" type="pres">
      <dgm:prSet presAssocID="{ACDA7253-268B-4C65-BE21-EC3150D35B33}" presName="spaceRect" presStyleCnt="0"/>
      <dgm:spPr/>
    </dgm:pt>
    <dgm:pt modelId="{0F3397DE-6384-4CD4-9346-7D7E69476DDA}" type="pres">
      <dgm:prSet presAssocID="{ACDA7253-268B-4C65-BE21-EC3150D35B33}" presName="parTx" presStyleLbl="revTx" presStyleIdx="0" presStyleCnt="6">
        <dgm:presLayoutVars>
          <dgm:chMax val="0"/>
          <dgm:chPref val="0"/>
        </dgm:presLayoutVars>
      </dgm:prSet>
      <dgm:spPr/>
    </dgm:pt>
    <dgm:pt modelId="{535828E0-32FD-4F85-858C-A8A6901F84B0}" type="pres">
      <dgm:prSet presAssocID="{ACDA7253-268B-4C65-BE21-EC3150D35B33}" presName="desTx" presStyleLbl="revTx" presStyleIdx="1" presStyleCnt="6" custScaleX="129747">
        <dgm:presLayoutVars/>
      </dgm:prSet>
      <dgm:spPr/>
    </dgm:pt>
    <dgm:pt modelId="{15026FF0-DFF6-4FD5-955D-711559A2BB61}" type="pres">
      <dgm:prSet presAssocID="{64B213E6-AB5D-4389-92E8-A82F136DFDB8}" presName="sibTrans" presStyleCnt="0"/>
      <dgm:spPr/>
    </dgm:pt>
    <dgm:pt modelId="{B4C8B0BE-2E50-47AD-A410-AD364535C65A}" type="pres">
      <dgm:prSet presAssocID="{8FB43234-F73E-44B5-8202-09C510BD7F86}" presName="compNode" presStyleCnt="0"/>
      <dgm:spPr/>
    </dgm:pt>
    <dgm:pt modelId="{7867A83D-3589-4FCB-837A-E515E1F71AE3}" type="pres">
      <dgm:prSet presAssocID="{8FB43234-F73E-44B5-8202-09C510BD7F86}" presName="bgRect" presStyleLbl="bgShp" presStyleIdx="1" presStyleCnt="3"/>
      <dgm:spPr/>
    </dgm:pt>
    <dgm:pt modelId="{C011C590-0449-4A36-8EEC-C85F2C3816BE}" type="pres">
      <dgm:prSet presAssocID="{8FB43234-F73E-44B5-8202-09C510BD7F86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1524C54-4214-408E-96D3-0CF4EF75B408}" type="pres">
      <dgm:prSet presAssocID="{8FB43234-F73E-44B5-8202-09C510BD7F86}" presName="spaceRect" presStyleCnt="0"/>
      <dgm:spPr/>
    </dgm:pt>
    <dgm:pt modelId="{8DC19191-8309-4BEE-87CF-25D648CD083D}" type="pres">
      <dgm:prSet presAssocID="{8FB43234-F73E-44B5-8202-09C510BD7F86}" presName="parTx" presStyleLbl="revTx" presStyleIdx="2" presStyleCnt="6">
        <dgm:presLayoutVars>
          <dgm:chMax val="0"/>
          <dgm:chPref val="0"/>
        </dgm:presLayoutVars>
      </dgm:prSet>
      <dgm:spPr/>
    </dgm:pt>
    <dgm:pt modelId="{7EECEADF-EBA3-4F55-B8EC-A808E3A51648}" type="pres">
      <dgm:prSet presAssocID="{8FB43234-F73E-44B5-8202-09C510BD7F86}" presName="desTx" presStyleLbl="revTx" presStyleIdx="3" presStyleCnt="6" custScaleX="132065">
        <dgm:presLayoutVars/>
      </dgm:prSet>
      <dgm:spPr/>
    </dgm:pt>
    <dgm:pt modelId="{F7F07204-570C-4A6A-B97F-5E073B0FFF11}" type="pres">
      <dgm:prSet presAssocID="{265A2EA3-DB06-4DB1-8514-82582BA1CF5F}" presName="sibTrans" presStyleCnt="0"/>
      <dgm:spPr/>
    </dgm:pt>
    <dgm:pt modelId="{D035F878-365B-433E-AE01-F7B6C50C4F2E}" type="pres">
      <dgm:prSet presAssocID="{078CC777-84D1-4F71-BC38-7C37AB783D34}" presName="compNode" presStyleCnt="0"/>
      <dgm:spPr/>
    </dgm:pt>
    <dgm:pt modelId="{69804236-5243-456F-95F4-5BF74717857B}" type="pres">
      <dgm:prSet presAssocID="{078CC777-84D1-4F71-BC38-7C37AB783D34}" presName="bgRect" presStyleLbl="bgShp" presStyleIdx="2" presStyleCnt="3"/>
      <dgm:spPr/>
    </dgm:pt>
    <dgm:pt modelId="{A5F4C5FD-9F8B-4A59-B17F-9B758A4D4B9A}" type="pres">
      <dgm:prSet presAssocID="{078CC777-84D1-4F71-BC38-7C37AB783D34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BE3C56B-8427-46AC-B765-40F50449B217}" type="pres">
      <dgm:prSet presAssocID="{078CC777-84D1-4F71-BC38-7C37AB783D34}" presName="spaceRect" presStyleCnt="0"/>
      <dgm:spPr/>
    </dgm:pt>
    <dgm:pt modelId="{905CA361-47C4-4A52-9434-E4DBE9B573E7}" type="pres">
      <dgm:prSet presAssocID="{078CC777-84D1-4F71-BC38-7C37AB783D34}" presName="parTx" presStyleLbl="revTx" presStyleIdx="4" presStyleCnt="6">
        <dgm:presLayoutVars>
          <dgm:chMax val="0"/>
          <dgm:chPref val="0"/>
        </dgm:presLayoutVars>
      </dgm:prSet>
      <dgm:spPr/>
    </dgm:pt>
    <dgm:pt modelId="{7C8A4AED-6AB4-443E-A016-01FEB52EFBB5}" type="pres">
      <dgm:prSet presAssocID="{078CC777-84D1-4F71-BC38-7C37AB783D34}" presName="desTx" presStyleLbl="revTx" presStyleIdx="5" presStyleCnt="6" custScaleX="128250" custLinFactNeighborX="-904">
        <dgm:presLayoutVars/>
      </dgm:prSet>
      <dgm:spPr/>
    </dgm:pt>
  </dgm:ptLst>
  <dgm:cxnLst>
    <dgm:cxn modelId="{95B6D906-6289-4BC5-9FD9-5C542F0C4031}" srcId="{078CC777-84D1-4F71-BC38-7C37AB783D34}" destId="{ACA6FD61-6D70-4976-9DF6-A3C9F382FCA9}" srcOrd="0" destOrd="0" parTransId="{5055EDB4-9006-4364-A7DF-A75637F2B421}" sibTransId="{7F7F323A-B5A2-46A9-A12B-D2C99F100DC3}"/>
    <dgm:cxn modelId="{F866C707-D072-400C-AAD0-A6DFFE357513}" srcId="{F740DE74-E3E4-4136-A6EA-2C1ECBF2B580}" destId="{8FB43234-F73E-44B5-8202-09C510BD7F86}" srcOrd="1" destOrd="0" parTransId="{030C2CEA-F3F5-4B1B-BFC8-C43EA0AA5FE6}" sibTransId="{265A2EA3-DB06-4DB1-8514-82582BA1CF5F}"/>
    <dgm:cxn modelId="{F880A70F-4F10-4761-B301-3F25B8D8A1BF}" srcId="{ACDA7253-268B-4C65-BE21-EC3150D35B33}" destId="{FB8A1F05-9BF0-48D9-ACC6-15D330546959}" srcOrd="1" destOrd="0" parTransId="{BB6EB508-46EB-44AB-A628-DF116BC41807}" sibTransId="{4E968C7B-BD21-4F06-9291-BD8203AAE020}"/>
    <dgm:cxn modelId="{1EEAB633-AFDD-47BC-B6C7-7AA66B0BEC1D}" type="presOf" srcId="{F4D508AC-140C-4C36-AE18-BE020B298671}" destId="{535828E0-32FD-4F85-858C-A8A6901F84B0}" srcOrd="0" destOrd="0" presId="urn:microsoft.com/office/officeart/2018/2/layout/IconVerticalSolidList"/>
    <dgm:cxn modelId="{DA1A793B-3AEC-488C-B184-5664D3EDB26C}" srcId="{ACDA7253-268B-4C65-BE21-EC3150D35B33}" destId="{F4D508AC-140C-4C36-AE18-BE020B298671}" srcOrd="0" destOrd="0" parTransId="{F84E0D85-11E3-4AE9-B3B1-1614372DF8BB}" sibTransId="{A0BC7AEA-BC8C-4C69-A9BB-A781C1FF6F60}"/>
    <dgm:cxn modelId="{4317B65B-8BF7-44DD-A6E8-9215FEC8CDFA}" srcId="{078CC777-84D1-4F71-BC38-7C37AB783D34}" destId="{9FAD435C-6F82-440C-ABE0-C6DFD962365E}" srcOrd="1" destOrd="0" parTransId="{8C0C9B66-B981-480B-B108-A75E2E8BD893}" sibTransId="{2B4B3AFC-CFD0-4565-9899-EFAE7EF4611B}"/>
    <dgm:cxn modelId="{77DBE360-4A34-44AE-BF75-84C08DC9112D}" type="presOf" srcId="{FB8A1F05-9BF0-48D9-ACC6-15D330546959}" destId="{535828E0-32FD-4F85-858C-A8A6901F84B0}" srcOrd="0" destOrd="1" presId="urn:microsoft.com/office/officeart/2018/2/layout/IconVerticalSolidList"/>
    <dgm:cxn modelId="{D718B446-3E7E-42AD-B32E-A6578C37D37D}" type="presOf" srcId="{F740DE74-E3E4-4136-A6EA-2C1ECBF2B580}" destId="{B29B487E-946E-4F3C-BAC7-1AEC30A53516}" srcOrd="0" destOrd="0" presId="urn:microsoft.com/office/officeart/2018/2/layout/IconVerticalSolidList"/>
    <dgm:cxn modelId="{62F2C57D-1DE9-4859-AF07-1D5F047365B3}" type="presOf" srcId="{ACDA7253-268B-4C65-BE21-EC3150D35B33}" destId="{0F3397DE-6384-4CD4-9346-7D7E69476DDA}" srcOrd="0" destOrd="0" presId="urn:microsoft.com/office/officeart/2018/2/layout/IconVerticalSolidList"/>
    <dgm:cxn modelId="{0046E97D-D849-4A91-B529-CC5C341CCD3B}" type="presOf" srcId="{ACA6FD61-6D70-4976-9DF6-A3C9F382FCA9}" destId="{7C8A4AED-6AB4-443E-A016-01FEB52EFBB5}" srcOrd="0" destOrd="0" presId="urn:microsoft.com/office/officeart/2018/2/layout/IconVerticalSolidList"/>
    <dgm:cxn modelId="{6868C17E-F55D-4E77-970D-D66E79DD4DC6}" srcId="{8FB43234-F73E-44B5-8202-09C510BD7F86}" destId="{35AE06EB-3D8D-4044-AC92-D4E4BB04E468}" srcOrd="0" destOrd="0" parTransId="{4D2C28EB-7A17-42B6-A8E8-2F7413E6CECD}" sibTransId="{ED8A421F-A10A-47C4-AF66-85C3B963FF0B}"/>
    <dgm:cxn modelId="{25350487-C15A-44A0-B4F7-4472940E4EF0}" srcId="{8FB43234-F73E-44B5-8202-09C510BD7F86}" destId="{5CFEE9C2-3C04-4FA9-9544-5A673A44AF00}" srcOrd="1" destOrd="0" parTransId="{D3F8C748-2A7B-43DC-9E14-D539F09237BB}" sibTransId="{AEDB7B50-8C12-4196-991B-9495EB8DCA87}"/>
    <dgm:cxn modelId="{49DCBBA0-9EFB-4239-83FC-5836DDFED259}" type="presOf" srcId="{35AE06EB-3D8D-4044-AC92-D4E4BB04E468}" destId="{7EECEADF-EBA3-4F55-B8EC-A808E3A51648}" srcOrd="0" destOrd="0" presId="urn:microsoft.com/office/officeart/2018/2/layout/IconVerticalSolidList"/>
    <dgm:cxn modelId="{35136DAC-6708-4D68-B63E-ECE2913C966D}" type="presOf" srcId="{9FAD435C-6F82-440C-ABE0-C6DFD962365E}" destId="{7C8A4AED-6AB4-443E-A016-01FEB52EFBB5}" srcOrd="0" destOrd="1" presId="urn:microsoft.com/office/officeart/2018/2/layout/IconVerticalSolidList"/>
    <dgm:cxn modelId="{8B93D6B5-7E2B-4440-87AE-B7AD8C13DDC5}" srcId="{F740DE74-E3E4-4136-A6EA-2C1ECBF2B580}" destId="{078CC777-84D1-4F71-BC38-7C37AB783D34}" srcOrd="2" destOrd="0" parTransId="{92DF787F-CF24-4CDF-8E58-56EAB87565CD}" sibTransId="{10BF33A4-7D99-4FA0-9B58-CA354A7515BD}"/>
    <dgm:cxn modelId="{3F1D3DE8-4190-4485-9503-D6F894F48295}" srcId="{F740DE74-E3E4-4136-A6EA-2C1ECBF2B580}" destId="{ACDA7253-268B-4C65-BE21-EC3150D35B33}" srcOrd="0" destOrd="0" parTransId="{45D8BD67-3982-4C9F-B67F-407C52528FB1}" sibTransId="{64B213E6-AB5D-4389-92E8-A82F136DFDB8}"/>
    <dgm:cxn modelId="{5D50CBF1-425E-4256-8972-BCF77A722B50}" type="presOf" srcId="{8FB43234-F73E-44B5-8202-09C510BD7F86}" destId="{8DC19191-8309-4BEE-87CF-25D648CD083D}" srcOrd="0" destOrd="0" presId="urn:microsoft.com/office/officeart/2018/2/layout/IconVerticalSolidList"/>
    <dgm:cxn modelId="{C0490EF5-9611-4ACD-9DF0-4B87C03E1E76}" type="presOf" srcId="{078CC777-84D1-4F71-BC38-7C37AB783D34}" destId="{905CA361-47C4-4A52-9434-E4DBE9B573E7}" srcOrd="0" destOrd="0" presId="urn:microsoft.com/office/officeart/2018/2/layout/IconVerticalSolidList"/>
    <dgm:cxn modelId="{AF0482FD-9250-4F64-9184-7E2179A9F77C}" type="presOf" srcId="{5CFEE9C2-3C04-4FA9-9544-5A673A44AF00}" destId="{7EECEADF-EBA3-4F55-B8EC-A808E3A51648}" srcOrd="0" destOrd="1" presId="urn:microsoft.com/office/officeart/2018/2/layout/IconVerticalSolidList"/>
    <dgm:cxn modelId="{A8D1DE0E-132B-4E7C-85F9-BF1E5BF20BF9}" type="presParOf" srcId="{B29B487E-946E-4F3C-BAC7-1AEC30A53516}" destId="{BB24EC25-76B7-473F-AE9F-C98564438AB5}" srcOrd="0" destOrd="0" presId="urn:microsoft.com/office/officeart/2018/2/layout/IconVerticalSolidList"/>
    <dgm:cxn modelId="{ABC517F9-A4D3-4571-94FD-C857EEA6C7CA}" type="presParOf" srcId="{BB24EC25-76B7-473F-AE9F-C98564438AB5}" destId="{80E2AA40-1827-4663-BFC4-940447DAFFCC}" srcOrd="0" destOrd="0" presId="urn:microsoft.com/office/officeart/2018/2/layout/IconVerticalSolidList"/>
    <dgm:cxn modelId="{FD04FB5B-AFDB-4B4B-B48E-04AA012B4CC4}" type="presParOf" srcId="{BB24EC25-76B7-473F-AE9F-C98564438AB5}" destId="{92045CE1-D7FB-4CFF-A303-E5EB727EBD35}" srcOrd="1" destOrd="0" presId="urn:microsoft.com/office/officeart/2018/2/layout/IconVerticalSolidList"/>
    <dgm:cxn modelId="{6D6CBA78-F686-4E8A-8974-03D05367CB2A}" type="presParOf" srcId="{BB24EC25-76B7-473F-AE9F-C98564438AB5}" destId="{5457840C-5A50-45F0-8583-CB33E676A1ED}" srcOrd="2" destOrd="0" presId="urn:microsoft.com/office/officeart/2018/2/layout/IconVerticalSolidList"/>
    <dgm:cxn modelId="{C3F176FC-170D-4B97-A201-1647C9B1ADC5}" type="presParOf" srcId="{BB24EC25-76B7-473F-AE9F-C98564438AB5}" destId="{0F3397DE-6384-4CD4-9346-7D7E69476DDA}" srcOrd="3" destOrd="0" presId="urn:microsoft.com/office/officeart/2018/2/layout/IconVerticalSolidList"/>
    <dgm:cxn modelId="{B87E217E-378B-4D34-80FA-E95360D25614}" type="presParOf" srcId="{BB24EC25-76B7-473F-AE9F-C98564438AB5}" destId="{535828E0-32FD-4F85-858C-A8A6901F84B0}" srcOrd="4" destOrd="0" presId="urn:microsoft.com/office/officeart/2018/2/layout/IconVerticalSolidList"/>
    <dgm:cxn modelId="{CADC8848-0B58-4A68-9B45-8D31C1BF15EE}" type="presParOf" srcId="{B29B487E-946E-4F3C-BAC7-1AEC30A53516}" destId="{15026FF0-DFF6-4FD5-955D-711559A2BB61}" srcOrd="1" destOrd="0" presId="urn:microsoft.com/office/officeart/2018/2/layout/IconVerticalSolidList"/>
    <dgm:cxn modelId="{16426516-41F2-430E-B245-E52891F44236}" type="presParOf" srcId="{B29B487E-946E-4F3C-BAC7-1AEC30A53516}" destId="{B4C8B0BE-2E50-47AD-A410-AD364535C65A}" srcOrd="2" destOrd="0" presId="urn:microsoft.com/office/officeart/2018/2/layout/IconVerticalSolidList"/>
    <dgm:cxn modelId="{50BC5191-D118-4FA2-B23F-627C05C08C21}" type="presParOf" srcId="{B4C8B0BE-2E50-47AD-A410-AD364535C65A}" destId="{7867A83D-3589-4FCB-837A-E515E1F71AE3}" srcOrd="0" destOrd="0" presId="urn:microsoft.com/office/officeart/2018/2/layout/IconVerticalSolidList"/>
    <dgm:cxn modelId="{B7A322C6-0DEB-4BCB-A1C9-DE0FFBFFE9FA}" type="presParOf" srcId="{B4C8B0BE-2E50-47AD-A410-AD364535C65A}" destId="{C011C590-0449-4A36-8EEC-C85F2C3816BE}" srcOrd="1" destOrd="0" presId="urn:microsoft.com/office/officeart/2018/2/layout/IconVerticalSolidList"/>
    <dgm:cxn modelId="{6DD5AA75-5D3A-4C30-95B7-DDE668C2F9BD}" type="presParOf" srcId="{B4C8B0BE-2E50-47AD-A410-AD364535C65A}" destId="{71524C54-4214-408E-96D3-0CF4EF75B408}" srcOrd="2" destOrd="0" presId="urn:microsoft.com/office/officeart/2018/2/layout/IconVerticalSolidList"/>
    <dgm:cxn modelId="{450414EC-7CB7-45B4-AC95-7B139358F092}" type="presParOf" srcId="{B4C8B0BE-2E50-47AD-A410-AD364535C65A}" destId="{8DC19191-8309-4BEE-87CF-25D648CD083D}" srcOrd="3" destOrd="0" presId="urn:microsoft.com/office/officeart/2018/2/layout/IconVerticalSolidList"/>
    <dgm:cxn modelId="{280C5AA9-1875-443A-99AA-A0027F6F33A1}" type="presParOf" srcId="{B4C8B0BE-2E50-47AD-A410-AD364535C65A}" destId="{7EECEADF-EBA3-4F55-B8EC-A808E3A51648}" srcOrd="4" destOrd="0" presId="urn:microsoft.com/office/officeart/2018/2/layout/IconVerticalSolidList"/>
    <dgm:cxn modelId="{D08A25E4-798A-4612-B230-9B04CF8CFDCB}" type="presParOf" srcId="{B29B487E-946E-4F3C-BAC7-1AEC30A53516}" destId="{F7F07204-570C-4A6A-B97F-5E073B0FFF11}" srcOrd="3" destOrd="0" presId="urn:microsoft.com/office/officeart/2018/2/layout/IconVerticalSolidList"/>
    <dgm:cxn modelId="{BB1EB2AF-EA0D-4DC1-AB00-A183FEA067A2}" type="presParOf" srcId="{B29B487E-946E-4F3C-BAC7-1AEC30A53516}" destId="{D035F878-365B-433E-AE01-F7B6C50C4F2E}" srcOrd="4" destOrd="0" presId="urn:microsoft.com/office/officeart/2018/2/layout/IconVerticalSolidList"/>
    <dgm:cxn modelId="{2B350C37-73BF-4F7A-8F9B-23E5C3B0CFC7}" type="presParOf" srcId="{D035F878-365B-433E-AE01-F7B6C50C4F2E}" destId="{69804236-5243-456F-95F4-5BF74717857B}" srcOrd="0" destOrd="0" presId="urn:microsoft.com/office/officeart/2018/2/layout/IconVerticalSolidList"/>
    <dgm:cxn modelId="{C83AF542-9213-494D-AB27-3E4074347C51}" type="presParOf" srcId="{D035F878-365B-433E-AE01-F7B6C50C4F2E}" destId="{A5F4C5FD-9F8B-4A59-B17F-9B758A4D4B9A}" srcOrd="1" destOrd="0" presId="urn:microsoft.com/office/officeart/2018/2/layout/IconVerticalSolidList"/>
    <dgm:cxn modelId="{671C1EC4-9E77-4AAE-85C4-95D44BE696B8}" type="presParOf" srcId="{D035F878-365B-433E-AE01-F7B6C50C4F2E}" destId="{6BE3C56B-8427-46AC-B765-40F50449B217}" srcOrd="2" destOrd="0" presId="urn:microsoft.com/office/officeart/2018/2/layout/IconVerticalSolidList"/>
    <dgm:cxn modelId="{C250BA15-312E-454A-B934-AE19B0F19C0D}" type="presParOf" srcId="{D035F878-365B-433E-AE01-F7B6C50C4F2E}" destId="{905CA361-47C4-4A52-9434-E4DBE9B573E7}" srcOrd="3" destOrd="0" presId="urn:microsoft.com/office/officeart/2018/2/layout/IconVerticalSolidList"/>
    <dgm:cxn modelId="{05EBE3D0-5807-40F6-8295-3CCBA1625DBE}" type="presParOf" srcId="{D035F878-365B-433E-AE01-F7B6C50C4F2E}" destId="{7C8A4AED-6AB4-443E-A016-01FEB52EFBB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13D8F5-406D-4B2E-815D-B2B28BDEBBC1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FD1F44F-370D-49D9-9219-2224B01D0B08}">
      <dgm:prSet custT="1"/>
      <dgm:spPr/>
      <dgm:t>
        <a:bodyPr/>
        <a:lstStyle/>
        <a:p>
          <a:r>
            <a:rPr lang="en-US" sz="3200"/>
            <a:t>FIRST:</a:t>
          </a:r>
          <a:endParaRPr lang="en-US" sz="3200" dirty="0"/>
        </a:p>
      </dgm:t>
    </dgm:pt>
    <dgm:pt modelId="{F7B1FB54-10E6-4666-B315-650464E42388}" type="parTrans" cxnId="{12D22871-3BE4-408B-B554-3D89B1808F98}">
      <dgm:prSet/>
      <dgm:spPr/>
      <dgm:t>
        <a:bodyPr/>
        <a:lstStyle/>
        <a:p>
          <a:endParaRPr lang="en-US" sz="2400"/>
        </a:p>
      </dgm:t>
    </dgm:pt>
    <dgm:pt modelId="{7981824F-CB39-4288-9126-FB5200E850E6}" type="sibTrans" cxnId="{12D22871-3BE4-408B-B554-3D89B1808F98}">
      <dgm:prSet phldrT="1" phldr="0" custT="1"/>
      <dgm:spPr/>
      <dgm:t>
        <a:bodyPr/>
        <a:lstStyle/>
        <a:p>
          <a:r>
            <a:rPr lang="en-US" sz="7200"/>
            <a:t>1</a:t>
          </a:r>
        </a:p>
      </dgm:t>
    </dgm:pt>
    <dgm:pt modelId="{40DECD71-E92B-4378-AF50-D8848DDF531A}">
      <dgm:prSet custT="1"/>
      <dgm:spPr/>
      <dgm:t>
        <a:bodyPr/>
        <a:lstStyle/>
        <a:p>
          <a:r>
            <a:rPr lang="en-US" sz="2800"/>
            <a:t>Always bring blank sheets of paper</a:t>
          </a:r>
          <a:endParaRPr lang="en-US" sz="2800" dirty="0"/>
        </a:p>
      </dgm:t>
    </dgm:pt>
    <dgm:pt modelId="{927C1751-7130-432C-BAF1-E41D2CFB4AA5}" type="parTrans" cxnId="{C7D419D0-C869-4178-8B40-BEC45D929FB6}">
      <dgm:prSet/>
      <dgm:spPr/>
      <dgm:t>
        <a:bodyPr/>
        <a:lstStyle/>
        <a:p>
          <a:endParaRPr lang="en-US" sz="2400"/>
        </a:p>
      </dgm:t>
    </dgm:pt>
    <dgm:pt modelId="{FBC19D6D-40C3-40D8-9E8E-8B8C19F01D19}" type="sibTrans" cxnId="{C7D419D0-C869-4178-8B40-BEC45D929FB6}">
      <dgm:prSet/>
      <dgm:spPr/>
      <dgm:t>
        <a:bodyPr/>
        <a:lstStyle/>
        <a:p>
          <a:endParaRPr lang="en-US" sz="2400"/>
        </a:p>
      </dgm:t>
    </dgm:pt>
    <dgm:pt modelId="{DE9F2352-31FF-40A0-A3F9-762099A4B6B6}">
      <dgm:prSet custT="1"/>
      <dgm:spPr/>
      <dgm:t>
        <a:bodyPr/>
        <a:lstStyle/>
        <a:p>
          <a:r>
            <a:rPr lang="en-US" sz="2800"/>
            <a:t>Always bring a pencil</a:t>
          </a:r>
          <a:endParaRPr lang="en-US" sz="2800" dirty="0"/>
        </a:p>
      </dgm:t>
    </dgm:pt>
    <dgm:pt modelId="{F8D17D8C-3B7B-4768-9C06-74CE5A01182E}" type="parTrans" cxnId="{E956E6DF-5CFF-4635-9A31-72F9EA207D74}">
      <dgm:prSet/>
      <dgm:spPr/>
      <dgm:t>
        <a:bodyPr/>
        <a:lstStyle/>
        <a:p>
          <a:endParaRPr lang="en-US" sz="2400"/>
        </a:p>
      </dgm:t>
    </dgm:pt>
    <dgm:pt modelId="{A1DB6267-1D19-4653-AEFF-C8707355AF48}" type="sibTrans" cxnId="{E956E6DF-5CFF-4635-9A31-72F9EA207D74}">
      <dgm:prSet/>
      <dgm:spPr/>
      <dgm:t>
        <a:bodyPr/>
        <a:lstStyle/>
        <a:p>
          <a:endParaRPr lang="en-US" sz="2400"/>
        </a:p>
      </dgm:t>
    </dgm:pt>
    <dgm:pt modelId="{55A80D43-B864-4B2E-BB7E-34DCC7E7AD1D}">
      <dgm:prSet custT="1"/>
      <dgm:spPr/>
      <dgm:t>
        <a:bodyPr/>
        <a:lstStyle/>
        <a:p>
          <a:r>
            <a:rPr lang="en-US" sz="3200"/>
            <a:t>SECOND:</a:t>
          </a:r>
        </a:p>
      </dgm:t>
    </dgm:pt>
    <dgm:pt modelId="{8ED153CB-D107-420C-9E5C-272D4CA36894}" type="parTrans" cxnId="{6FCE05E8-FDB2-4B48-A1D1-2DAEA778B57A}">
      <dgm:prSet/>
      <dgm:spPr/>
      <dgm:t>
        <a:bodyPr/>
        <a:lstStyle/>
        <a:p>
          <a:endParaRPr lang="en-US" sz="2400"/>
        </a:p>
      </dgm:t>
    </dgm:pt>
    <dgm:pt modelId="{A0797EFB-F3E1-42B1-A6F3-9D794AA7C342}" type="sibTrans" cxnId="{6FCE05E8-FDB2-4B48-A1D1-2DAEA778B57A}">
      <dgm:prSet phldrT="2" phldr="0" custT="1"/>
      <dgm:spPr/>
      <dgm:t>
        <a:bodyPr/>
        <a:lstStyle/>
        <a:p>
          <a:r>
            <a:rPr lang="en-US" sz="7200"/>
            <a:t>2</a:t>
          </a:r>
        </a:p>
      </dgm:t>
    </dgm:pt>
    <dgm:pt modelId="{37E99C54-CCFB-4724-8045-1CBAC8E3A0A9}">
      <dgm:prSet custT="1"/>
      <dgm:spPr/>
      <dgm:t>
        <a:bodyPr/>
        <a:lstStyle/>
        <a:p>
          <a:r>
            <a:rPr lang="en-US" sz="2800"/>
            <a:t>Turn paper landscape</a:t>
          </a:r>
          <a:endParaRPr lang="en-US" sz="2800" dirty="0"/>
        </a:p>
      </dgm:t>
    </dgm:pt>
    <dgm:pt modelId="{B6C0EA4D-78AE-4E8F-AEAE-5BEAA9331F1C}" type="parTrans" cxnId="{0155BDE0-3B04-45BD-8318-57D7E2FCA851}">
      <dgm:prSet/>
      <dgm:spPr/>
      <dgm:t>
        <a:bodyPr/>
        <a:lstStyle/>
        <a:p>
          <a:endParaRPr lang="en-US" sz="2400"/>
        </a:p>
      </dgm:t>
    </dgm:pt>
    <dgm:pt modelId="{D171A68A-F166-4F88-BB27-BF022C6C4246}" type="sibTrans" cxnId="{0155BDE0-3B04-45BD-8318-57D7E2FCA851}">
      <dgm:prSet/>
      <dgm:spPr/>
      <dgm:t>
        <a:bodyPr/>
        <a:lstStyle/>
        <a:p>
          <a:endParaRPr lang="en-US" sz="2400"/>
        </a:p>
      </dgm:t>
    </dgm:pt>
    <dgm:pt modelId="{EE83910B-FDCA-4A97-8BB2-DDB97D755526}">
      <dgm:prSet custT="1"/>
      <dgm:spPr/>
      <dgm:t>
        <a:bodyPr/>
        <a:lstStyle/>
        <a:p>
          <a:r>
            <a:rPr lang="en-US" sz="2800"/>
            <a:t>Create a 3-section T-grid</a:t>
          </a:r>
          <a:endParaRPr lang="en-US" sz="2800" dirty="0"/>
        </a:p>
      </dgm:t>
    </dgm:pt>
    <dgm:pt modelId="{A2D0B8B0-3358-4FB0-A94E-A54CB5DC86D6}" type="parTrans" cxnId="{E607F930-56BB-4E63-9900-7E4BD305893C}">
      <dgm:prSet/>
      <dgm:spPr/>
      <dgm:t>
        <a:bodyPr/>
        <a:lstStyle/>
        <a:p>
          <a:endParaRPr lang="en-US" sz="2400"/>
        </a:p>
      </dgm:t>
    </dgm:pt>
    <dgm:pt modelId="{5BAB3FD6-2BC0-4219-AC6D-F21D1A8144F5}" type="sibTrans" cxnId="{E607F930-56BB-4E63-9900-7E4BD305893C}">
      <dgm:prSet/>
      <dgm:spPr/>
      <dgm:t>
        <a:bodyPr/>
        <a:lstStyle/>
        <a:p>
          <a:endParaRPr lang="en-US" sz="2400"/>
        </a:p>
      </dgm:t>
    </dgm:pt>
    <dgm:pt modelId="{D6B468A9-67A5-4374-A1DF-B1324D950996}" type="pres">
      <dgm:prSet presAssocID="{DA13D8F5-406D-4B2E-815D-B2B28BDEBBC1}" presName="linearFlow" presStyleCnt="0">
        <dgm:presLayoutVars>
          <dgm:dir/>
          <dgm:animLvl val="lvl"/>
          <dgm:resizeHandles val="exact"/>
        </dgm:presLayoutVars>
      </dgm:prSet>
      <dgm:spPr/>
    </dgm:pt>
    <dgm:pt modelId="{45534FCF-5AE5-495D-ACD0-EC291CE29F49}" type="pres">
      <dgm:prSet presAssocID="{6FD1F44F-370D-49D9-9219-2224B01D0B08}" presName="compositeNode" presStyleCnt="0"/>
      <dgm:spPr/>
    </dgm:pt>
    <dgm:pt modelId="{4C78FAEF-D946-4DC0-A91E-97D819B5D5C0}" type="pres">
      <dgm:prSet presAssocID="{6FD1F44F-370D-49D9-9219-2224B01D0B0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508E764-FF98-4DB4-B661-0701BC117BE8}" type="pres">
      <dgm:prSet presAssocID="{6FD1F44F-370D-49D9-9219-2224B01D0B08}" presName="parSh" presStyleCnt="0"/>
      <dgm:spPr/>
    </dgm:pt>
    <dgm:pt modelId="{472D33E9-DD4A-46D6-BFAD-18E987F34165}" type="pres">
      <dgm:prSet presAssocID="{6FD1F44F-370D-49D9-9219-2224B01D0B08}" presName="lineNode" presStyleLbl="alignAccFollowNode1" presStyleIdx="0" presStyleCnt="6"/>
      <dgm:spPr/>
    </dgm:pt>
    <dgm:pt modelId="{0B7D3E57-818A-4AF3-AA7A-DC4B7DADA9D2}" type="pres">
      <dgm:prSet presAssocID="{6FD1F44F-370D-49D9-9219-2224B01D0B08}" presName="lineArrowNode" presStyleLbl="alignAccFollowNode1" presStyleIdx="1" presStyleCnt="6"/>
      <dgm:spPr/>
    </dgm:pt>
    <dgm:pt modelId="{2A689BBA-B399-4544-B26C-E8894FFEF3C8}" type="pres">
      <dgm:prSet presAssocID="{7981824F-CB39-4288-9126-FB5200E850E6}" presName="sibTransNodeCircle" presStyleLbl="alignNode1" presStyleIdx="0" presStyleCnt="2">
        <dgm:presLayoutVars>
          <dgm:chMax val="0"/>
          <dgm:bulletEnabled/>
        </dgm:presLayoutVars>
      </dgm:prSet>
      <dgm:spPr/>
    </dgm:pt>
    <dgm:pt modelId="{FD1F058B-7D94-4EAD-879E-DA08761C4702}" type="pres">
      <dgm:prSet presAssocID="{7981824F-CB39-4288-9126-FB5200E850E6}" presName="spacerBetweenCircleAndCallout" presStyleCnt="0">
        <dgm:presLayoutVars/>
      </dgm:prSet>
      <dgm:spPr/>
    </dgm:pt>
    <dgm:pt modelId="{650BF017-59AF-4784-BCDE-064DE65B03B4}" type="pres">
      <dgm:prSet presAssocID="{6FD1F44F-370D-49D9-9219-2224B01D0B08}" presName="nodeText" presStyleLbl="alignAccFollowNode1" presStyleIdx="2" presStyleCnt="6">
        <dgm:presLayoutVars>
          <dgm:bulletEnabled val="1"/>
        </dgm:presLayoutVars>
      </dgm:prSet>
      <dgm:spPr/>
    </dgm:pt>
    <dgm:pt modelId="{B8D9A5E2-4618-4E0D-A964-E5BEFA66FBD3}" type="pres">
      <dgm:prSet presAssocID="{7981824F-CB39-4288-9126-FB5200E850E6}" presName="sibTransComposite" presStyleCnt="0"/>
      <dgm:spPr/>
    </dgm:pt>
    <dgm:pt modelId="{EB91817A-AC8F-4E80-BE53-3F9660937EE5}" type="pres">
      <dgm:prSet presAssocID="{55A80D43-B864-4B2E-BB7E-34DCC7E7AD1D}" presName="compositeNode" presStyleCnt="0"/>
      <dgm:spPr/>
    </dgm:pt>
    <dgm:pt modelId="{430FF34D-F622-4B96-A93D-F02D7C41723C}" type="pres">
      <dgm:prSet presAssocID="{55A80D43-B864-4B2E-BB7E-34DCC7E7AD1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7BAE1C2-CC75-4E8C-9328-E597295C9311}" type="pres">
      <dgm:prSet presAssocID="{55A80D43-B864-4B2E-BB7E-34DCC7E7AD1D}" presName="parSh" presStyleCnt="0"/>
      <dgm:spPr/>
    </dgm:pt>
    <dgm:pt modelId="{55357596-26A4-44D2-88D4-1A68BEE2C1A9}" type="pres">
      <dgm:prSet presAssocID="{55A80D43-B864-4B2E-BB7E-34DCC7E7AD1D}" presName="lineNode" presStyleLbl="alignAccFollowNode1" presStyleIdx="3" presStyleCnt="6"/>
      <dgm:spPr/>
    </dgm:pt>
    <dgm:pt modelId="{89642970-645A-4C1E-9535-B5FCF267FDAB}" type="pres">
      <dgm:prSet presAssocID="{55A80D43-B864-4B2E-BB7E-34DCC7E7AD1D}" presName="lineArrowNode" presStyleLbl="alignAccFollowNode1" presStyleIdx="4" presStyleCnt="6"/>
      <dgm:spPr/>
    </dgm:pt>
    <dgm:pt modelId="{87F30407-26F1-419A-8A1A-5031195272D2}" type="pres">
      <dgm:prSet presAssocID="{A0797EFB-F3E1-42B1-A6F3-9D794AA7C342}" presName="sibTransNodeCircle" presStyleLbl="alignNode1" presStyleIdx="1" presStyleCnt="2">
        <dgm:presLayoutVars>
          <dgm:chMax val="0"/>
          <dgm:bulletEnabled/>
        </dgm:presLayoutVars>
      </dgm:prSet>
      <dgm:spPr/>
    </dgm:pt>
    <dgm:pt modelId="{B782E7F4-E504-459A-928D-DD49363B263E}" type="pres">
      <dgm:prSet presAssocID="{A0797EFB-F3E1-42B1-A6F3-9D794AA7C342}" presName="spacerBetweenCircleAndCallout" presStyleCnt="0">
        <dgm:presLayoutVars/>
      </dgm:prSet>
      <dgm:spPr/>
    </dgm:pt>
    <dgm:pt modelId="{BCA2570F-D512-4B8E-9435-C5F7D71B0974}" type="pres">
      <dgm:prSet presAssocID="{55A80D43-B864-4B2E-BB7E-34DCC7E7AD1D}" presName="nodeText" presStyleLbl="alignAccFollowNode1" presStyleIdx="5" presStyleCnt="6">
        <dgm:presLayoutVars>
          <dgm:bulletEnabled val="1"/>
        </dgm:presLayoutVars>
      </dgm:prSet>
      <dgm:spPr/>
    </dgm:pt>
  </dgm:ptLst>
  <dgm:cxnLst>
    <dgm:cxn modelId="{12D6C222-13F4-442F-8DC6-3E65FF3AA65D}" type="presOf" srcId="{37E99C54-CCFB-4724-8045-1CBAC8E3A0A9}" destId="{BCA2570F-D512-4B8E-9435-C5F7D71B0974}" srcOrd="0" destOrd="1" presId="urn:microsoft.com/office/officeart/2016/7/layout/LinearArrowProcessNumbered"/>
    <dgm:cxn modelId="{E607F930-56BB-4E63-9900-7E4BD305893C}" srcId="{55A80D43-B864-4B2E-BB7E-34DCC7E7AD1D}" destId="{EE83910B-FDCA-4A97-8BB2-DDB97D755526}" srcOrd="1" destOrd="0" parTransId="{A2D0B8B0-3358-4FB0-A94E-A54CB5DC86D6}" sibTransId="{5BAB3FD6-2BC0-4219-AC6D-F21D1A8144F5}"/>
    <dgm:cxn modelId="{1136DD31-6262-47C0-B163-3C402E117765}" type="presOf" srcId="{EE83910B-FDCA-4A97-8BB2-DDB97D755526}" destId="{BCA2570F-D512-4B8E-9435-C5F7D71B0974}" srcOrd="0" destOrd="2" presId="urn:microsoft.com/office/officeart/2016/7/layout/LinearArrowProcessNumbered"/>
    <dgm:cxn modelId="{CAEFA53F-810E-4463-AB69-8C9A892B1A5E}" type="presOf" srcId="{DA13D8F5-406D-4B2E-815D-B2B28BDEBBC1}" destId="{D6B468A9-67A5-4374-A1DF-B1324D950996}" srcOrd="0" destOrd="0" presId="urn:microsoft.com/office/officeart/2016/7/layout/LinearArrowProcessNumbered"/>
    <dgm:cxn modelId="{4E4AAA49-A40B-425F-A2FF-EAF4B643867C}" type="presOf" srcId="{6FD1F44F-370D-49D9-9219-2224B01D0B08}" destId="{650BF017-59AF-4784-BCDE-064DE65B03B4}" srcOrd="0" destOrd="0" presId="urn:microsoft.com/office/officeart/2016/7/layout/LinearArrowProcessNumbered"/>
    <dgm:cxn modelId="{12D22871-3BE4-408B-B554-3D89B1808F98}" srcId="{DA13D8F5-406D-4B2E-815D-B2B28BDEBBC1}" destId="{6FD1F44F-370D-49D9-9219-2224B01D0B08}" srcOrd="0" destOrd="0" parTransId="{F7B1FB54-10E6-4666-B315-650464E42388}" sibTransId="{7981824F-CB39-4288-9126-FB5200E850E6}"/>
    <dgm:cxn modelId="{AB395D99-D962-4EB8-B01F-31EAD725375F}" type="presOf" srcId="{40DECD71-E92B-4378-AF50-D8848DDF531A}" destId="{650BF017-59AF-4784-BCDE-064DE65B03B4}" srcOrd="0" destOrd="1" presId="urn:microsoft.com/office/officeart/2016/7/layout/LinearArrowProcessNumbered"/>
    <dgm:cxn modelId="{6E675D9A-9C0D-4A8C-B21D-F155D159841F}" type="presOf" srcId="{7981824F-CB39-4288-9126-FB5200E850E6}" destId="{2A689BBA-B399-4544-B26C-E8894FFEF3C8}" srcOrd="0" destOrd="0" presId="urn:microsoft.com/office/officeart/2016/7/layout/LinearArrowProcessNumbered"/>
    <dgm:cxn modelId="{1D8839AF-83C7-4A23-9D50-1EF133344844}" type="presOf" srcId="{55A80D43-B864-4B2E-BB7E-34DCC7E7AD1D}" destId="{BCA2570F-D512-4B8E-9435-C5F7D71B0974}" srcOrd="0" destOrd="0" presId="urn:microsoft.com/office/officeart/2016/7/layout/LinearArrowProcessNumbered"/>
    <dgm:cxn modelId="{695DD9B6-BBF7-473C-BB73-9BE56E7B1D79}" type="presOf" srcId="{A0797EFB-F3E1-42B1-A6F3-9D794AA7C342}" destId="{87F30407-26F1-419A-8A1A-5031195272D2}" srcOrd="0" destOrd="0" presId="urn:microsoft.com/office/officeart/2016/7/layout/LinearArrowProcessNumbered"/>
    <dgm:cxn modelId="{C7D419D0-C869-4178-8B40-BEC45D929FB6}" srcId="{6FD1F44F-370D-49D9-9219-2224B01D0B08}" destId="{40DECD71-E92B-4378-AF50-D8848DDF531A}" srcOrd="0" destOrd="0" parTransId="{927C1751-7130-432C-BAF1-E41D2CFB4AA5}" sibTransId="{FBC19D6D-40C3-40D8-9E8E-8B8C19F01D19}"/>
    <dgm:cxn modelId="{6D2B17D6-DA3E-4907-9497-747703F433D2}" type="presOf" srcId="{DE9F2352-31FF-40A0-A3F9-762099A4B6B6}" destId="{650BF017-59AF-4784-BCDE-064DE65B03B4}" srcOrd="0" destOrd="2" presId="urn:microsoft.com/office/officeart/2016/7/layout/LinearArrowProcessNumbered"/>
    <dgm:cxn modelId="{E956E6DF-5CFF-4635-9A31-72F9EA207D74}" srcId="{6FD1F44F-370D-49D9-9219-2224B01D0B08}" destId="{DE9F2352-31FF-40A0-A3F9-762099A4B6B6}" srcOrd="1" destOrd="0" parTransId="{F8D17D8C-3B7B-4768-9C06-74CE5A01182E}" sibTransId="{A1DB6267-1D19-4653-AEFF-C8707355AF48}"/>
    <dgm:cxn modelId="{0155BDE0-3B04-45BD-8318-57D7E2FCA851}" srcId="{55A80D43-B864-4B2E-BB7E-34DCC7E7AD1D}" destId="{37E99C54-CCFB-4724-8045-1CBAC8E3A0A9}" srcOrd="0" destOrd="0" parTransId="{B6C0EA4D-78AE-4E8F-AEAE-5BEAA9331F1C}" sibTransId="{D171A68A-F166-4F88-BB27-BF022C6C4246}"/>
    <dgm:cxn modelId="{6FCE05E8-FDB2-4B48-A1D1-2DAEA778B57A}" srcId="{DA13D8F5-406D-4B2E-815D-B2B28BDEBBC1}" destId="{55A80D43-B864-4B2E-BB7E-34DCC7E7AD1D}" srcOrd="1" destOrd="0" parTransId="{8ED153CB-D107-420C-9E5C-272D4CA36894}" sibTransId="{A0797EFB-F3E1-42B1-A6F3-9D794AA7C342}"/>
    <dgm:cxn modelId="{DB92CE34-5CBF-4E8F-823E-32A52A7CECCE}" type="presParOf" srcId="{D6B468A9-67A5-4374-A1DF-B1324D950996}" destId="{45534FCF-5AE5-495D-ACD0-EC291CE29F49}" srcOrd="0" destOrd="0" presId="urn:microsoft.com/office/officeart/2016/7/layout/LinearArrowProcessNumbered"/>
    <dgm:cxn modelId="{82724060-BC16-478E-9AF7-8F45C1DE74B8}" type="presParOf" srcId="{45534FCF-5AE5-495D-ACD0-EC291CE29F49}" destId="{4C78FAEF-D946-4DC0-A91E-97D819B5D5C0}" srcOrd="0" destOrd="0" presId="urn:microsoft.com/office/officeart/2016/7/layout/LinearArrowProcessNumbered"/>
    <dgm:cxn modelId="{9A57E818-ABD1-4E65-B380-63835EF9F738}" type="presParOf" srcId="{45534FCF-5AE5-495D-ACD0-EC291CE29F49}" destId="{2508E764-FF98-4DB4-B661-0701BC117BE8}" srcOrd="1" destOrd="0" presId="urn:microsoft.com/office/officeart/2016/7/layout/LinearArrowProcessNumbered"/>
    <dgm:cxn modelId="{26E22FE0-0E80-46F6-9A55-A4627A2091A3}" type="presParOf" srcId="{2508E764-FF98-4DB4-B661-0701BC117BE8}" destId="{472D33E9-DD4A-46D6-BFAD-18E987F34165}" srcOrd="0" destOrd="0" presId="urn:microsoft.com/office/officeart/2016/7/layout/LinearArrowProcessNumbered"/>
    <dgm:cxn modelId="{0E406595-B5FE-42AB-85A7-1AD87DAB0C4A}" type="presParOf" srcId="{2508E764-FF98-4DB4-B661-0701BC117BE8}" destId="{0B7D3E57-818A-4AF3-AA7A-DC4B7DADA9D2}" srcOrd="1" destOrd="0" presId="urn:microsoft.com/office/officeart/2016/7/layout/LinearArrowProcessNumbered"/>
    <dgm:cxn modelId="{6F2E8A97-97C1-4E95-87A9-E49749ADF6D9}" type="presParOf" srcId="{2508E764-FF98-4DB4-B661-0701BC117BE8}" destId="{2A689BBA-B399-4544-B26C-E8894FFEF3C8}" srcOrd="2" destOrd="0" presId="urn:microsoft.com/office/officeart/2016/7/layout/LinearArrowProcessNumbered"/>
    <dgm:cxn modelId="{DB068443-47C3-4D34-B815-7529327EFA99}" type="presParOf" srcId="{2508E764-FF98-4DB4-B661-0701BC117BE8}" destId="{FD1F058B-7D94-4EAD-879E-DA08761C4702}" srcOrd="3" destOrd="0" presId="urn:microsoft.com/office/officeart/2016/7/layout/LinearArrowProcessNumbered"/>
    <dgm:cxn modelId="{293BD3D4-73BD-4512-8634-2221DE44D9F3}" type="presParOf" srcId="{45534FCF-5AE5-495D-ACD0-EC291CE29F49}" destId="{650BF017-59AF-4784-BCDE-064DE65B03B4}" srcOrd="2" destOrd="0" presId="urn:microsoft.com/office/officeart/2016/7/layout/LinearArrowProcessNumbered"/>
    <dgm:cxn modelId="{3869D770-31F1-47C7-B1D9-FFD1CCDB92B8}" type="presParOf" srcId="{D6B468A9-67A5-4374-A1DF-B1324D950996}" destId="{B8D9A5E2-4618-4E0D-A964-E5BEFA66FBD3}" srcOrd="1" destOrd="0" presId="urn:microsoft.com/office/officeart/2016/7/layout/LinearArrowProcessNumbered"/>
    <dgm:cxn modelId="{A86C76B2-1EC1-446E-AB1E-42615CA3C9AF}" type="presParOf" srcId="{D6B468A9-67A5-4374-A1DF-B1324D950996}" destId="{EB91817A-AC8F-4E80-BE53-3F9660937EE5}" srcOrd="2" destOrd="0" presId="urn:microsoft.com/office/officeart/2016/7/layout/LinearArrowProcessNumbered"/>
    <dgm:cxn modelId="{520D4CB1-2CAC-4654-9C95-6CD530FFB6C6}" type="presParOf" srcId="{EB91817A-AC8F-4E80-BE53-3F9660937EE5}" destId="{430FF34D-F622-4B96-A93D-F02D7C41723C}" srcOrd="0" destOrd="0" presId="urn:microsoft.com/office/officeart/2016/7/layout/LinearArrowProcessNumbered"/>
    <dgm:cxn modelId="{7B5EC7D2-C224-4353-95C9-8DCF846651BA}" type="presParOf" srcId="{EB91817A-AC8F-4E80-BE53-3F9660937EE5}" destId="{87BAE1C2-CC75-4E8C-9328-E597295C9311}" srcOrd="1" destOrd="0" presId="urn:microsoft.com/office/officeart/2016/7/layout/LinearArrowProcessNumbered"/>
    <dgm:cxn modelId="{FD8BA2FC-ED4B-49AB-A458-BBC1DD3E129B}" type="presParOf" srcId="{87BAE1C2-CC75-4E8C-9328-E597295C9311}" destId="{55357596-26A4-44D2-88D4-1A68BEE2C1A9}" srcOrd="0" destOrd="0" presId="urn:microsoft.com/office/officeart/2016/7/layout/LinearArrowProcessNumbered"/>
    <dgm:cxn modelId="{8DEA67CD-3810-46C5-A790-34C63608A23D}" type="presParOf" srcId="{87BAE1C2-CC75-4E8C-9328-E597295C9311}" destId="{89642970-645A-4C1E-9535-B5FCF267FDAB}" srcOrd="1" destOrd="0" presId="urn:microsoft.com/office/officeart/2016/7/layout/LinearArrowProcessNumbered"/>
    <dgm:cxn modelId="{15039967-4276-4E88-9DFD-4E366D46CE13}" type="presParOf" srcId="{87BAE1C2-CC75-4E8C-9328-E597295C9311}" destId="{87F30407-26F1-419A-8A1A-5031195272D2}" srcOrd="2" destOrd="0" presId="urn:microsoft.com/office/officeart/2016/7/layout/LinearArrowProcessNumbered"/>
    <dgm:cxn modelId="{A06EA58A-D787-440B-961E-DDD1BDE00D95}" type="presParOf" srcId="{87BAE1C2-CC75-4E8C-9328-E597295C9311}" destId="{B782E7F4-E504-459A-928D-DD49363B263E}" srcOrd="3" destOrd="0" presId="urn:microsoft.com/office/officeart/2016/7/layout/LinearArrowProcessNumbered"/>
    <dgm:cxn modelId="{27192C32-EEE2-4C43-AE8F-F4FA7D91D732}" type="presParOf" srcId="{EB91817A-AC8F-4E80-BE53-3F9660937EE5}" destId="{BCA2570F-D512-4B8E-9435-C5F7D71B0974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78FB06-1F34-4AA3-8C76-44EB1FDC142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64332BB-6EB9-433F-AE35-8B39E8238948}">
      <dgm:prSet/>
      <dgm:spPr/>
      <dgm:t>
        <a:bodyPr/>
        <a:lstStyle/>
        <a:p>
          <a:r>
            <a:rPr lang="en-US" u="sng" dirty="0" err="1">
              <a:hlinkClick xmlns:r="http://schemas.openxmlformats.org/officeDocument/2006/relationships" r:id="rId1"/>
            </a:rPr>
            <a:t>Deliotte</a:t>
          </a:r>
          <a:r>
            <a:rPr lang="en-US" u="sng" dirty="0">
              <a:hlinkClick xmlns:r="http://schemas.openxmlformats.org/officeDocument/2006/relationships" r:id="rId1"/>
            </a:rPr>
            <a:t> Interactive Case Examples</a:t>
          </a:r>
          <a:endParaRPr lang="en-US" dirty="0"/>
        </a:p>
      </dgm:t>
    </dgm:pt>
    <dgm:pt modelId="{D7E90CC4-1491-44B3-87EA-1A02071D0243}" type="parTrans" cxnId="{F0E232EF-FCFD-4174-9E82-66547B9239F8}">
      <dgm:prSet/>
      <dgm:spPr/>
      <dgm:t>
        <a:bodyPr/>
        <a:lstStyle/>
        <a:p>
          <a:endParaRPr lang="en-US"/>
        </a:p>
      </dgm:t>
    </dgm:pt>
    <dgm:pt modelId="{A0F05250-C4E2-4BFE-ABAA-A32D95B2852E}" type="sibTrans" cxnId="{F0E232EF-FCFD-4174-9E82-66547B9239F8}">
      <dgm:prSet/>
      <dgm:spPr/>
      <dgm:t>
        <a:bodyPr/>
        <a:lstStyle/>
        <a:p>
          <a:endParaRPr lang="en-US"/>
        </a:p>
      </dgm:t>
    </dgm:pt>
    <dgm:pt modelId="{A1BEC924-4D86-4440-8167-99FFACCBA5FD}">
      <dgm:prSet/>
      <dgm:spPr/>
      <dgm:t>
        <a:bodyPr/>
        <a:lstStyle/>
        <a:p>
          <a:r>
            <a:rPr lang="en-US" dirty="0"/>
            <a:t>Nick Singh’s </a:t>
          </a:r>
          <a:r>
            <a:rPr lang="en-US" dirty="0">
              <a:hlinkClick xmlns:r="http://schemas.openxmlformats.org/officeDocument/2006/relationships" r:id="rId2"/>
            </a:rPr>
            <a:t>Ace the Data Science Site (</a:t>
          </a:r>
          <a:r>
            <a:rPr lang="en-US" dirty="0" err="1">
              <a:hlinkClick xmlns:r="http://schemas.openxmlformats.org/officeDocument/2006/relationships" r:id="rId2"/>
            </a:rPr>
            <a:t>DataLemur</a:t>
          </a:r>
          <a:r>
            <a:rPr lang="en-US" dirty="0">
              <a:hlinkClick xmlns:r="http://schemas.openxmlformats.org/officeDocument/2006/relationships" r:id="rId2"/>
            </a:rPr>
            <a:t>)</a:t>
          </a:r>
          <a:endParaRPr lang="en-US" dirty="0"/>
        </a:p>
      </dgm:t>
    </dgm:pt>
    <dgm:pt modelId="{C2FBB780-45F8-4578-BFB6-955799915228}" type="parTrans" cxnId="{2D711822-3FA5-4C2D-BF0B-65937F4B6C9E}">
      <dgm:prSet/>
      <dgm:spPr/>
      <dgm:t>
        <a:bodyPr/>
        <a:lstStyle/>
        <a:p>
          <a:endParaRPr lang="en-US"/>
        </a:p>
      </dgm:t>
    </dgm:pt>
    <dgm:pt modelId="{4E4B79C2-B0EA-4F8E-BE22-B424C3DF8468}" type="sibTrans" cxnId="{2D711822-3FA5-4C2D-BF0B-65937F4B6C9E}">
      <dgm:prSet/>
      <dgm:spPr/>
      <dgm:t>
        <a:bodyPr/>
        <a:lstStyle/>
        <a:p>
          <a:endParaRPr lang="en-US"/>
        </a:p>
      </dgm:t>
    </dgm:pt>
    <dgm:pt modelId="{477CA02E-C913-446B-A6DE-0CF544B1ADF1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3"/>
            </a:rPr>
            <a:t>Reddit Sample w/Commentary</a:t>
          </a:r>
          <a:endParaRPr lang="en-US" dirty="0"/>
        </a:p>
      </dgm:t>
    </dgm:pt>
    <dgm:pt modelId="{8B155C1B-9643-4309-B114-566C025AAD21}" type="parTrans" cxnId="{234434B0-3975-48C8-B032-CA3784057D1C}">
      <dgm:prSet/>
      <dgm:spPr/>
      <dgm:t>
        <a:bodyPr/>
        <a:lstStyle/>
        <a:p>
          <a:endParaRPr lang="en-US"/>
        </a:p>
      </dgm:t>
    </dgm:pt>
    <dgm:pt modelId="{A0C9F078-F2B4-4134-A789-93AFB15DB5A8}" type="sibTrans" cxnId="{234434B0-3975-48C8-B032-CA3784057D1C}">
      <dgm:prSet/>
      <dgm:spPr/>
      <dgm:t>
        <a:bodyPr/>
        <a:lstStyle/>
        <a:p>
          <a:endParaRPr lang="en-US"/>
        </a:p>
      </dgm:t>
    </dgm:pt>
    <dgm:pt modelId="{4E3E8670-9F6B-450F-8EB6-B592798268C4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4"/>
            </a:rPr>
            <a:t>U Penn Case Book with Examples</a:t>
          </a:r>
          <a:endParaRPr lang="en-US" dirty="0"/>
        </a:p>
      </dgm:t>
    </dgm:pt>
    <dgm:pt modelId="{A9EF73DB-9D17-4BB9-BBD4-E67979E32122}" type="parTrans" cxnId="{79B30B7D-2111-49D2-956A-6D6985AC4552}">
      <dgm:prSet/>
      <dgm:spPr/>
      <dgm:t>
        <a:bodyPr/>
        <a:lstStyle/>
        <a:p>
          <a:endParaRPr lang="en-US"/>
        </a:p>
      </dgm:t>
    </dgm:pt>
    <dgm:pt modelId="{ABBFADE8-5B84-428A-A409-606592023A08}" type="sibTrans" cxnId="{79B30B7D-2111-49D2-956A-6D6985AC4552}">
      <dgm:prSet/>
      <dgm:spPr/>
      <dgm:t>
        <a:bodyPr/>
        <a:lstStyle/>
        <a:p>
          <a:endParaRPr lang="en-US"/>
        </a:p>
      </dgm:t>
    </dgm:pt>
    <dgm:pt modelId="{92F5F6AE-0DC1-4577-89DA-4DDB4A9F4017}" type="pres">
      <dgm:prSet presAssocID="{BC78FB06-1F34-4AA3-8C76-44EB1FDC1422}" presName="linear" presStyleCnt="0">
        <dgm:presLayoutVars>
          <dgm:animLvl val="lvl"/>
          <dgm:resizeHandles val="exact"/>
        </dgm:presLayoutVars>
      </dgm:prSet>
      <dgm:spPr/>
    </dgm:pt>
    <dgm:pt modelId="{1401DCA8-1A27-49DD-8C13-FBC6E62B11CE}" type="pres">
      <dgm:prSet presAssocID="{B64332BB-6EB9-433F-AE35-8B39E82389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FC7143-76DD-4866-9E62-A924E8256016}" type="pres">
      <dgm:prSet presAssocID="{A0F05250-C4E2-4BFE-ABAA-A32D95B2852E}" presName="spacer" presStyleCnt="0"/>
      <dgm:spPr/>
    </dgm:pt>
    <dgm:pt modelId="{C92B9401-1D45-4B77-A87B-220619A90468}" type="pres">
      <dgm:prSet presAssocID="{A1BEC924-4D86-4440-8167-99FFACCBA5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8367CD8-C281-4ED0-BED6-8A487F6570F4}" type="pres">
      <dgm:prSet presAssocID="{4E4B79C2-B0EA-4F8E-BE22-B424C3DF8468}" presName="spacer" presStyleCnt="0"/>
      <dgm:spPr/>
    </dgm:pt>
    <dgm:pt modelId="{23E9B39C-4A74-4B16-B89A-1E3A824E0C15}" type="pres">
      <dgm:prSet presAssocID="{477CA02E-C913-446B-A6DE-0CF544B1AD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54FD09-2A53-4056-A28B-2A9F98F4FA84}" type="pres">
      <dgm:prSet presAssocID="{A0C9F078-F2B4-4134-A789-93AFB15DB5A8}" presName="spacer" presStyleCnt="0"/>
      <dgm:spPr/>
    </dgm:pt>
    <dgm:pt modelId="{507D2AAE-1D52-48BF-8946-9B32B4889A64}" type="pres">
      <dgm:prSet presAssocID="{4E3E8670-9F6B-450F-8EB6-B592798268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711822-3FA5-4C2D-BF0B-65937F4B6C9E}" srcId="{BC78FB06-1F34-4AA3-8C76-44EB1FDC1422}" destId="{A1BEC924-4D86-4440-8167-99FFACCBA5FD}" srcOrd="1" destOrd="0" parTransId="{C2FBB780-45F8-4578-BFB6-955799915228}" sibTransId="{4E4B79C2-B0EA-4F8E-BE22-B424C3DF8468}"/>
    <dgm:cxn modelId="{30409F29-3DA4-435F-AA31-2499BEA67FA9}" type="presOf" srcId="{4E3E8670-9F6B-450F-8EB6-B592798268C4}" destId="{507D2AAE-1D52-48BF-8946-9B32B4889A64}" srcOrd="0" destOrd="0" presId="urn:microsoft.com/office/officeart/2005/8/layout/vList2"/>
    <dgm:cxn modelId="{1F082B71-AA79-4EA3-B831-2E2A1B118E8B}" type="presOf" srcId="{A1BEC924-4D86-4440-8167-99FFACCBA5FD}" destId="{C92B9401-1D45-4B77-A87B-220619A90468}" srcOrd="0" destOrd="0" presId="urn:microsoft.com/office/officeart/2005/8/layout/vList2"/>
    <dgm:cxn modelId="{79B30B7D-2111-49D2-956A-6D6985AC4552}" srcId="{BC78FB06-1F34-4AA3-8C76-44EB1FDC1422}" destId="{4E3E8670-9F6B-450F-8EB6-B592798268C4}" srcOrd="3" destOrd="0" parTransId="{A9EF73DB-9D17-4BB9-BBD4-E67979E32122}" sibTransId="{ABBFADE8-5B84-428A-A409-606592023A08}"/>
    <dgm:cxn modelId="{029F7991-16C7-4F2E-848B-5E7581D99261}" type="presOf" srcId="{BC78FB06-1F34-4AA3-8C76-44EB1FDC1422}" destId="{92F5F6AE-0DC1-4577-89DA-4DDB4A9F4017}" srcOrd="0" destOrd="0" presId="urn:microsoft.com/office/officeart/2005/8/layout/vList2"/>
    <dgm:cxn modelId="{234434B0-3975-48C8-B032-CA3784057D1C}" srcId="{BC78FB06-1F34-4AA3-8C76-44EB1FDC1422}" destId="{477CA02E-C913-446B-A6DE-0CF544B1ADF1}" srcOrd="2" destOrd="0" parTransId="{8B155C1B-9643-4309-B114-566C025AAD21}" sibTransId="{A0C9F078-F2B4-4134-A789-93AFB15DB5A8}"/>
    <dgm:cxn modelId="{D94C8EC9-FB45-4228-BA01-41E713DD0DC7}" type="presOf" srcId="{B64332BB-6EB9-433F-AE35-8B39E8238948}" destId="{1401DCA8-1A27-49DD-8C13-FBC6E62B11CE}" srcOrd="0" destOrd="0" presId="urn:microsoft.com/office/officeart/2005/8/layout/vList2"/>
    <dgm:cxn modelId="{1EE00FDD-2E51-419D-8D8A-363DB239FAE2}" type="presOf" srcId="{477CA02E-C913-446B-A6DE-0CF544B1ADF1}" destId="{23E9B39C-4A74-4B16-B89A-1E3A824E0C15}" srcOrd="0" destOrd="0" presId="urn:microsoft.com/office/officeart/2005/8/layout/vList2"/>
    <dgm:cxn modelId="{F0E232EF-FCFD-4174-9E82-66547B9239F8}" srcId="{BC78FB06-1F34-4AA3-8C76-44EB1FDC1422}" destId="{B64332BB-6EB9-433F-AE35-8B39E8238948}" srcOrd="0" destOrd="0" parTransId="{D7E90CC4-1491-44B3-87EA-1A02071D0243}" sibTransId="{A0F05250-C4E2-4BFE-ABAA-A32D95B2852E}"/>
    <dgm:cxn modelId="{149BA3D2-BC04-4080-8E30-C61511C0E6D6}" type="presParOf" srcId="{92F5F6AE-0DC1-4577-89DA-4DDB4A9F4017}" destId="{1401DCA8-1A27-49DD-8C13-FBC6E62B11CE}" srcOrd="0" destOrd="0" presId="urn:microsoft.com/office/officeart/2005/8/layout/vList2"/>
    <dgm:cxn modelId="{5E232392-22C7-430D-9E27-E99F1DAF5865}" type="presParOf" srcId="{92F5F6AE-0DC1-4577-89DA-4DDB4A9F4017}" destId="{55FC7143-76DD-4866-9E62-A924E8256016}" srcOrd="1" destOrd="0" presId="urn:microsoft.com/office/officeart/2005/8/layout/vList2"/>
    <dgm:cxn modelId="{AEA53639-794F-4601-9A93-65AC35E0CF97}" type="presParOf" srcId="{92F5F6AE-0DC1-4577-89DA-4DDB4A9F4017}" destId="{C92B9401-1D45-4B77-A87B-220619A90468}" srcOrd="2" destOrd="0" presId="urn:microsoft.com/office/officeart/2005/8/layout/vList2"/>
    <dgm:cxn modelId="{63E8C9C0-58FC-4FF0-B82B-33243AE57E0B}" type="presParOf" srcId="{92F5F6AE-0DC1-4577-89DA-4DDB4A9F4017}" destId="{38367CD8-C281-4ED0-BED6-8A487F6570F4}" srcOrd="3" destOrd="0" presId="urn:microsoft.com/office/officeart/2005/8/layout/vList2"/>
    <dgm:cxn modelId="{8BD1D0E2-F1C8-40CB-81AA-776B5570F32B}" type="presParOf" srcId="{92F5F6AE-0DC1-4577-89DA-4DDB4A9F4017}" destId="{23E9B39C-4A74-4B16-B89A-1E3A824E0C15}" srcOrd="4" destOrd="0" presId="urn:microsoft.com/office/officeart/2005/8/layout/vList2"/>
    <dgm:cxn modelId="{00AE1335-7E4D-4363-864E-3641B0F1DF14}" type="presParOf" srcId="{92F5F6AE-0DC1-4577-89DA-4DDB4A9F4017}" destId="{8254FD09-2A53-4056-A28B-2A9F98F4FA84}" srcOrd="5" destOrd="0" presId="urn:microsoft.com/office/officeart/2005/8/layout/vList2"/>
    <dgm:cxn modelId="{55D40A9F-5621-4B09-9147-42C103A78D50}" type="presParOf" srcId="{92F5F6AE-0DC1-4577-89DA-4DDB4A9F4017}" destId="{507D2AAE-1D52-48BF-8946-9B32B4889A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1DA086-017A-4FCF-849A-BE04178B0B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10729B-823E-4922-978F-3A91FF960669}">
      <dgm:prSet/>
      <dgm:spPr/>
      <dgm:t>
        <a:bodyPr/>
        <a:lstStyle/>
        <a:p>
          <a:r>
            <a:rPr lang="en-US"/>
            <a:t>General Case Study Videos</a:t>
          </a:r>
        </a:p>
      </dgm:t>
    </dgm:pt>
    <dgm:pt modelId="{1F333786-473A-430C-814C-DB5B09F8FA4F}" type="parTrans" cxnId="{583DB776-E408-4CCE-899D-78CB98304EE5}">
      <dgm:prSet/>
      <dgm:spPr/>
      <dgm:t>
        <a:bodyPr/>
        <a:lstStyle/>
        <a:p>
          <a:endParaRPr lang="en-US"/>
        </a:p>
      </dgm:t>
    </dgm:pt>
    <dgm:pt modelId="{300E5D0F-C7F9-4935-B41C-1CD1815BB898}" type="sibTrans" cxnId="{583DB776-E408-4CCE-899D-78CB98304EE5}">
      <dgm:prSet/>
      <dgm:spPr/>
      <dgm:t>
        <a:bodyPr/>
        <a:lstStyle/>
        <a:p>
          <a:endParaRPr lang="en-US"/>
        </a:p>
      </dgm:t>
    </dgm:pt>
    <dgm:pt modelId="{D9194F4C-5383-46A9-9D6D-FF5C7E0E18C2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Case Interview 101</a:t>
          </a:r>
          <a:endParaRPr lang="en-US"/>
        </a:p>
      </dgm:t>
    </dgm:pt>
    <dgm:pt modelId="{C5A19880-32B6-4D05-B27C-6DECA6ECF70C}" type="parTrans" cxnId="{535D1BA1-F3C0-42F2-8B3B-515C16B003C0}">
      <dgm:prSet/>
      <dgm:spPr/>
      <dgm:t>
        <a:bodyPr/>
        <a:lstStyle/>
        <a:p>
          <a:endParaRPr lang="en-US"/>
        </a:p>
      </dgm:t>
    </dgm:pt>
    <dgm:pt modelId="{E286D97C-5D27-4E47-B7C2-405FD55F9300}" type="sibTrans" cxnId="{535D1BA1-F3C0-42F2-8B3B-515C16B003C0}">
      <dgm:prSet/>
      <dgm:spPr/>
      <dgm:t>
        <a:bodyPr/>
        <a:lstStyle/>
        <a:p>
          <a:endParaRPr lang="en-US"/>
        </a:p>
      </dgm:t>
    </dgm:pt>
    <dgm:pt modelId="{6E8F41FA-F2E8-4632-B182-206828DFC6A0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Case Interview – How to Open Any Case, Perfectly</a:t>
          </a:r>
          <a:endParaRPr lang="en-US"/>
        </a:p>
      </dgm:t>
    </dgm:pt>
    <dgm:pt modelId="{D19C7ACF-DADF-4ABE-B39C-9CD2F842BCDF}" type="parTrans" cxnId="{836ADA19-8D00-4E50-9F31-1595894928CA}">
      <dgm:prSet/>
      <dgm:spPr/>
      <dgm:t>
        <a:bodyPr/>
        <a:lstStyle/>
        <a:p>
          <a:endParaRPr lang="en-US"/>
        </a:p>
      </dgm:t>
    </dgm:pt>
    <dgm:pt modelId="{674B5E2F-F05C-47AB-963F-D471B4289D16}" type="sibTrans" cxnId="{836ADA19-8D00-4E50-9F31-1595894928CA}">
      <dgm:prSet/>
      <dgm:spPr/>
      <dgm:t>
        <a:bodyPr/>
        <a:lstStyle/>
        <a:p>
          <a:endParaRPr lang="en-US"/>
        </a:p>
      </dgm:t>
    </dgm:pt>
    <dgm:pt modelId="{8BEFB301-CBE3-4C8B-8AA8-3B3C90EEB640}">
      <dgm:prSet/>
      <dgm:spPr/>
      <dgm:t>
        <a:bodyPr/>
        <a:lstStyle/>
        <a:p>
          <a:r>
            <a:rPr lang="en-US"/>
            <a:t>Observational View Case</a:t>
          </a:r>
        </a:p>
      </dgm:t>
    </dgm:pt>
    <dgm:pt modelId="{21C984D0-DD2F-48F1-81B0-CE73F2834001}" type="parTrans" cxnId="{C24981B5-D92D-4B80-88A9-7CE8C1428271}">
      <dgm:prSet/>
      <dgm:spPr/>
      <dgm:t>
        <a:bodyPr/>
        <a:lstStyle/>
        <a:p>
          <a:endParaRPr lang="en-US"/>
        </a:p>
      </dgm:t>
    </dgm:pt>
    <dgm:pt modelId="{BD5B9A08-8DE4-491E-BD1E-8B32C741D3EC}" type="sibTrans" cxnId="{C24981B5-D92D-4B80-88A9-7CE8C1428271}">
      <dgm:prSet/>
      <dgm:spPr/>
      <dgm:t>
        <a:bodyPr/>
        <a:lstStyle/>
        <a:p>
          <a:endParaRPr lang="en-US"/>
        </a:p>
      </dgm:t>
    </dgm:pt>
    <dgm:pt modelId="{0C2945D4-3B42-4A88-AA14-E76C578EE53D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McKinsey Sample Case Question</a:t>
          </a:r>
          <a:endParaRPr lang="en-US"/>
        </a:p>
      </dgm:t>
    </dgm:pt>
    <dgm:pt modelId="{C23F2E48-018C-4718-A987-2DB40DF584FF}" type="parTrans" cxnId="{849B601C-538D-48B0-A98C-88A758612BF1}">
      <dgm:prSet/>
      <dgm:spPr/>
      <dgm:t>
        <a:bodyPr/>
        <a:lstStyle/>
        <a:p>
          <a:endParaRPr lang="en-US"/>
        </a:p>
      </dgm:t>
    </dgm:pt>
    <dgm:pt modelId="{2608D3CA-A093-476B-A637-BC78E7CBF3BE}" type="sibTrans" cxnId="{849B601C-538D-48B0-A98C-88A758612BF1}">
      <dgm:prSet/>
      <dgm:spPr/>
      <dgm:t>
        <a:bodyPr/>
        <a:lstStyle/>
        <a:p>
          <a:endParaRPr lang="en-US"/>
        </a:p>
      </dgm:t>
    </dgm:pt>
    <dgm:pt modelId="{24731D45-5595-494E-A69A-709809371D79}">
      <dgm:prSet/>
      <dgm:spPr/>
      <dgm:t>
        <a:bodyPr/>
        <a:lstStyle/>
        <a:p>
          <a:r>
            <a:rPr lang="en-US"/>
            <a:t>Data Science Business Case Study Videos</a:t>
          </a:r>
        </a:p>
      </dgm:t>
    </dgm:pt>
    <dgm:pt modelId="{57316B24-D955-4FB6-897D-DED0EAA046B4}" type="parTrans" cxnId="{C08875D9-9454-4403-BF0D-F49511A3156B}">
      <dgm:prSet/>
      <dgm:spPr/>
      <dgm:t>
        <a:bodyPr/>
        <a:lstStyle/>
        <a:p>
          <a:endParaRPr lang="en-US"/>
        </a:p>
      </dgm:t>
    </dgm:pt>
    <dgm:pt modelId="{26429E55-2B86-42FE-9EE9-17CC948798FA}" type="sibTrans" cxnId="{C08875D9-9454-4403-BF0D-F49511A3156B}">
      <dgm:prSet/>
      <dgm:spPr/>
      <dgm:t>
        <a:bodyPr/>
        <a:lstStyle/>
        <a:p>
          <a:endParaRPr lang="en-US"/>
        </a:p>
      </dgm:t>
    </dgm:pt>
    <dgm:pt modelId="{7C210FA3-C38C-466D-9B73-4BF0E9008942}">
      <dgm:prSet/>
      <dgm:spPr/>
      <dgm:t>
        <a:bodyPr/>
        <a:lstStyle/>
        <a:p>
          <a:r>
            <a:rPr lang="en-US">
              <a:hlinkClick xmlns:r="http://schemas.openxmlformats.org/officeDocument/2006/relationships" r:id="rId4"/>
            </a:rPr>
            <a:t>Netflix Pricing</a:t>
          </a:r>
          <a:endParaRPr lang="en-US"/>
        </a:p>
      </dgm:t>
    </dgm:pt>
    <dgm:pt modelId="{A2CA4345-D77F-4523-B97C-AEEE74AC7A41}" type="parTrans" cxnId="{54348A59-1B9A-49D1-B5FC-4C8A2F6FA6C1}">
      <dgm:prSet/>
      <dgm:spPr/>
      <dgm:t>
        <a:bodyPr/>
        <a:lstStyle/>
        <a:p>
          <a:endParaRPr lang="en-US"/>
        </a:p>
      </dgm:t>
    </dgm:pt>
    <dgm:pt modelId="{3FF847D6-8065-453E-BE36-A9791C71BC4C}" type="sibTrans" cxnId="{54348A59-1B9A-49D1-B5FC-4C8A2F6FA6C1}">
      <dgm:prSet/>
      <dgm:spPr/>
      <dgm:t>
        <a:bodyPr/>
        <a:lstStyle/>
        <a:p>
          <a:endParaRPr lang="en-US"/>
        </a:p>
      </dgm:t>
    </dgm:pt>
    <dgm:pt modelId="{0FE9771F-2842-4363-A260-7DD8D9234A8F}">
      <dgm:prSet/>
      <dgm:spPr/>
      <dgm:t>
        <a:bodyPr/>
        <a:lstStyle/>
        <a:p>
          <a:r>
            <a:rPr lang="en-US">
              <a:hlinkClick xmlns:r="http://schemas.openxmlformats.org/officeDocument/2006/relationships" r:id="rId5"/>
            </a:rPr>
            <a:t>Walmart Pricing Algorithm </a:t>
          </a:r>
          <a:endParaRPr lang="en-US"/>
        </a:p>
      </dgm:t>
    </dgm:pt>
    <dgm:pt modelId="{FE87E372-16A1-4D7C-AFEA-2FB066F28A5D}" type="parTrans" cxnId="{E32563B4-7A19-42FF-9C88-012C53E69FAE}">
      <dgm:prSet/>
      <dgm:spPr/>
      <dgm:t>
        <a:bodyPr/>
        <a:lstStyle/>
        <a:p>
          <a:endParaRPr lang="en-US"/>
        </a:p>
      </dgm:t>
    </dgm:pt>
    <dgm:pt modelId="{04C656A9-7688-44E9-9E88-0AF989B7C71B}" type="sibTrans" cxnId="{E32563B4-7A19-42FF-9C88-012C53E69FAE}">
      <dgm:prSet/>
      <dgm:spPr/>
      <dgm:t>
        <a:bodyPr/>
        <a:lstStyle/>
        <a:p>
          <a:endParaRPr lang="en-US"/>
        </a:p>
      </dgm:t>
    </dgm:pt>
    <dgm:pt modelId="{E2429E3A-26F3-4DE6-BB27-8A74853E36BC}" type="pres">
      <dgm:prSet presAssocID="{0B1DA086-017A-4FCF-849A-BE04178B0B0C}" presName="root" presStyleCnt="0">
        <dgm:presLayoutVars>
          <dgm:dir/>
          <dgm:resizeHandles val="exact"/>
        </dgm:presLayoutVars>
      </dgm:prSet>
      <dgm:spPr/>
    </dgm:pt>
    <dgm:pt modelId="{B27934F0-4B2E-4DF1-9517-7971527F76DE}" type="pres">
      <dgm:prSet presAssocID="{0110729B-823E-4922-978F-3A91FF960669}" presName="compNode" presStyleCnt="0"/>
      <dgm:spPr/>
    </dgm:pt>
    <dgm:pt modelId="{63DCA6B8-F078-494F-A4ED-4F60C5B79B1E}" type="pres">
      <dgm:prSet presAssocID="{0110729B-823E-4922-978F-3A91FF960669}" presName="bgRect" presStyleLbl="bgShp" presStyleIdx="0" presStyleCnt="3"/>
      <dgm:spPr/>
    </dgm:pt>
    <dgm:pt modelId="{051A301C-87FA-4BD0-9E63-B213425059A6}" type="pres">
      <dgm:prSet presAssocID="{0110729B-823E-4922-978F-3A91FF960669}" presName="iconRect" presStyleLbl="node1" presStyleIdx="0" presStyleCnt="3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1F9BEDE-B9D3-4D6E-ADF5-94D4411315A5}" type="pres">
      <dgm:prSet presAssocID="{0110729B-823E-4922-978F-3A91FF960669}" presName="spaceRect" presStyleCnt="0"/>
      <dgm:spPr/>
    </dgm:pt>
    <dgm:pt modelId="{10257972-2B44-447D-BA10-76846BAB8CB5}" type="pres">
      <dgm:prSet presAssocID="{0110729B-823E-4922-978F-3A91FF960669}" presName="parTx" presStyleLbl="revTx" presStyleIdx="0" presStyleCnt="6">
        <dgm:presLayoutVars>
          <dgm:chMax val="0"/>
          <dgm:chPref val="0"/>
        </dgm:presLayoutVars>
      </dgm:prSet>
      <dgm:spPr/>
    </dgm:pt>
    <dgm:pt modelId="{2329E379-78DC-4336-9912-A8CBEB6DED96}" type="pres">
      <dgm:prSet presAssocID="{0110729B-823E-4922-978F-3A91FF960669}" presName="desTx" presStyleLbl="revTx" presStyleIdx="1" presStyleCnt="6">
        <dgm:presLayoutVars/>
      </dgm:prSet>
      <dgm:spPr/>
    </dgm:pt>
    <dgm:pt modelId="{8DE38D75-49F3-4940-B56A-D4FD912B1C5C}" type="pres">
      <dgm:prSet presAssocID="{300E5D0F-C7F9-4935-B41C-1CD1815BB898}" presName="sibTrans" presStyleCnt="0"/>
      <dgm:spPr/>
    </dgm:pt>
    <dgm:pt modelId="{D2419A1E-E40E-4A7E-9AE6-C6BFA54A1E8C}" type="pres">
      <dgm:prSet presAssocID="{8BEFB301-CBE3-4C8B-8AA8-3B3C90EEB640}" presName="compNode" presStyleCnt="0"/>
      <dgm:spPr/>
    </dgm:pt>
    <dgm:pt modelId="{C2D85204-93A6-42A1-89E1-793AD0F0313F}" type="pres">
      <dgm:prSet presAssocID="{8BEFB301-CBE3-4C8B-8AA8-3B3C90EEB640}" presName="bgRect" presStyleLbl="bgShp" presStyleIdx="1" presStyleCnt="3"/>
      <dgm:spPr/>
    </dgm:pt>
    <dgm:pt modelId="{C1ECB57F-9AA6-4DC0-90CC-82EB1B3788BC}" type="pres">
      <dgm:prSet presAssocID="{8BEFB301-CBE3-4C8B-8AA8-3B3C90EEB640}" presName="iconRect" presStyleLbl="node1" presStyleIdx="1" presStyleCnt="3"/>
      <dgm:spPr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31CECD3D-EE96-464A-9283-BD490AC32357}" type="pres">
      <dgm:prSet presAssocID="{8BEFB301-CBE3-4C8B-8AA8-3B3C90EEB640}" presName="spaceRect" presStyleCnt="0"/>
      <dgm:spPr/>
    </dgm:pt>
    <dgm:pt modelId="{6C022E8F-CDF5-4926-AE86-73F9E82E3ECE}" type="pres">
      <dgm:prSet presAssocID="{8BEFB301-CBE3-4C8B-8AA8-3B3C90EEB640}" presName="parTx" presStyleLbl="revTx" presStyleIdx="2" presStyleCnt="6">
        <dgm:presLayoutVars>
          <dgm:chMax val="0"/>
          <dgm:chPref val="0"/>
        </dgm:presLayoutVars>
      </dgm:prSet>
      <dgm:spPr/>
    </dgm:pt>
    <dgm:pt modelId="{5022F7FE-B2D6-4EE5-A32A-3F407892EDA7}" type="pres">
      <dgm:prSet presAssocID="{8BEFB301-CBE3-4C8B-8AA8-3B3C90EEB640}" presName="desTx" presStyleLbl="revTx" presStyleIdx="3" presStyleCnt="6">
        <dgm:presLayoutVars/>
      </dgm:prSet>
      <dgm:spPr/>
    </dgm:pt>
    <dgm:pt modelId="{92FBB83C-76D7-4CFD-85A1-1915E1AF3369}" type="pres">
      <dgm:prSet presAssocID="{BD5B9A08-8DE4-491E-BD1E-8B32C741D3EC}" presName="sibTrans" presStyleCnt="0"/>
      <dgm:spPr/>
    </dgm:pt>
    <dgm:pt modelId="{1A1DB715-D0C4-406E-84D9-9EF187852A97}" type="pres">
      <dgm:prSet presAssocID="{24731D45-5595-494E-A69A-709809371D79}" presName="compNode" presStyleCnt="0"/>
      <dgm:spPr/>
    </dgm:pt>
    <dgm:pt modelId="{196DEEFA-4169-49C7-BBF3-40A24FD42A0F}" type="pres">
      <dgm:prSet presAssocID="{24731D45-5595-494E-A69A-709809371D79}" presName="bgRect" presStyleLbl="bgShp" presStyleIdx="2" presStyleCnt="3"/>
      <dgm:spPr/>
    </dgm:pt>
    <dgm:pt modelId="{0DE5BCD1-8889-4A26-A174-16BC3660F742}" type="pres">
      <dgm:prSet presAssocID="{24731D45-5595-494E-A69A-709809371D79}" presName="iconRect" presStyleLbl="node1" presStyleIdx="2" presStyleCnt="3"/>
      <dgm:spPr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3224A3F-E118-4CB3-B15E-BC412D9C3837}" type="pres">
      <dgm:prSet presAssocID="{24731D45-5595-494E-A69A-709809371D79}" presName="spaceRect" presStyleCnt="0"/>
      <dgm:spPr/>
    </dgm:pt>
    <dgm:pt modelId="{47E5FADC-954E-4DB0-8908-0395EEBD0F13}" type="pres">
      <dgm:prSet presAssocID="{24731D45-5595-494E-A69A-709809371D79}" presName="parTx" presStyleLbl="revTx" presStyleIdx="4" presStyleCnt="6">
        <dgm:presLayoutVars>
          <dgm:chMax val="0"/>
          <dgm:chPref val="0"/>
        </dgm:presLayoutVars>
      </dgm:prSet>
      <dgm:spPr/>
    </dgm:pt>
    <dgm:pt modelId="{82998D8A-4602-45CC-99FB-C90D695A66C9}" type="pres">
      <dgm:prSet presAssocID="{24731D45-5595-494E-A69A-709809371D79}" presName="desTx" presStyleLbl="revTx" presStyleIdx="5" presStyleCnt="6">
        <dgm:presLayoutVars/>
      </dgm:prSet>
      <dgm:spPr/>
    </dgm:pt>
  </dgm:ptLst>
  <dgm:cxnLst>
    <dgm:cxn modelId="{836ADA19-8D00-4E50-9F31-1595894928CA}" srcId="{0110729B-823E-4922-978F-3A91FF960669}" destId="{6E8F41FA-F2E8-4632-B182-206828DFC6A0}" srcOrd="1" destOrd="0" parTransId="{D19C7ACF-DADF-4ABE-B39C-9CD2F842BCDF}" sibTransId="{674B5E2F-F05C-47AB-963F-D471B4289D16}"/>
    <dgm:cxn modelId="{849B601C-538D-48B0-A98C-88A758612BF1}" srcId="{8BEFB301-CBE3-4C8B-8AA8-3B3C90EEB640}" destId="{0C2945D4-3B42-4A88-AA14-E76C578EE53D}" srcOrd="0" destOrd="0" parTransId="{C23F2E48-018C-4718-A987-2DB40DF584FF}" sibTransId="{2608D3CA-A093-476B-A637-BC78E7CBF3BE}"/>
    <dgm:cxn modelId="{7BE5103F-A47C-4E5C-8A65-DA2F5E7B39BF}" type="presOf" srcId="{6E8F41FA-F2E8-4632-B182-206828DFC6A0}" destId="{2329E379-78DC-4336-9912-A8CBEB6DED96}" srcOrd="0" destOrd="1" presId="urn:microsoft.com/office/officeart/2018/2/layout/IconVerticalSolidList"/>
    <dgm:cxn modelId="{0C118B43-7FA4-43E5-AC3B-82DC061C3505}" type="presOf" srcId="{0C2945D4-3B42-4A88-AA14-E76C578EE53D}" destId="{5022F7FE-B2D6-4EE5-A32A-3F407892EDA7}" srcOrd="0" destOrd="0" presId="urn:microsoft.com/office/officeart/2018/2/layout/IconVerticalSolidList"/>
    <dgm:cxn modelId="{DA57B544-1596-4B56-922B-248666ED00AF}" type="presOf" srcId="{0B1DA086-017A-4FCF-849A-BE04178B0B0C}" destId="{E2429E3A-26F3-4DE6-BB27-8A74853E36BC}" srcOrd="0" destOrd="0" presId="urn:microsoft.com/office/officeart/2018/2/layout/IconVerticalSolidList"/>
    <dgm:cxn modelId="{583DB776-E408-4CCE-899D-78CB98304EE5}" srcId="{0B1DA086-017A-4FCF-849A-BE04178B0B0C}" destId="{0110729B-823E-4922-978F-3A91FF960669}" srcOrd="0" destOrd="0" parTransId="{1F333786-473A-430C-814C-DB5B09F8FA4F}" sibTransId="{300E5D0F-C7F9-4935-B41C-1CD1815BB898}"/>
    <dgm:cxn modelId="{54348A59-1B9A-49D1-B5FC-4C8A2F6FA6C1}" srcId="{24731D45-5595-494E-A69A-709809371D79}" destId="{7C210FA3-C38C-466D-9B73-4BF0E9008942}" srcOrd="0" destOrd="0" parTransId="{A2CA4345-D77F-4523-B97C-AEEE74AC7A41}" sibTransId="{3FF847D6-8065-453E-BE36-A9791C71BC4C}"/>
    <dgm:cxn modelId="{535D1BA1-F3C0-42F2-8B3B-515C16B003C0}" srcId="{0110729B-823E-4922-978F-3A91FF960669}" destId="{D9194F4C-5383-46A9-9D6D-FF5C7E0E18C2}" srcOrd="0" destOrd="0" parTransId="{C5A19880-32B6-4D05-B27C-6DECA6ECF70C}" sibTransId="{E286D97C-5D27-4E47-B7C2-405FD55F9300}"/>
    <dgm:cxn modelId="{35FF09AD-3B74-4EF0-ABCF-5CF3C7919857}" type="presOf" srcId="{0110729B-823E-4922-978F-3A91FF960669}" destId="{10257972-2B44-447D-BA10-76846BAB8CB5}" srcOrd="0" destOrd="0" presId="urn:microsoft.com/office/officeart/2018/2/layout/IconVerticalSolidList"/>
    <dgm:cxn modelId="{E32563B4-7A19-42FF-9C88-012C53E69FAE}" srcId="{24731D45-5595-494E-A69A-709809371D79}" destId="{0FE9771F-2842-4363-A260-7DD8D9234A8F}" srcOrd="1" destOrd="0" parTransId="{FE87E372-16A1-4D7C-AFEA-2FB066F28A5D}" sibTransId="{04C656A9-7688-44E9-9E88-0AF989B7C71B}"/>
    <dgm:cxn modelId="{C24981B5-D92D-4B80-88A9-7CE8C1428271}" srcId="{0B1DA086-017A-4FCF-849A-BE04178B0B0C}" destId="{8BEFB301-CBE3-4C8B-8AA8-3B3C90EEB640}" srcOrd="1" destOrd="0" parTransId="{21C984D0-DD2F-48F1-81B0-CE73F2834001}" sibTransId="{BD5B9A08-8DE4-491E-BD1E-8B32C741D3EC}"/>
    <dgm:cxn modelId="{61EAA5BE-96DA-4FE2-B097-F1A0B1DDCDDA}" type="presOf" srcId="{D9194F4C-5383-46A9-9D6D-FF5C7E0E18C2}" destId="{2329E379-78DC-4336-9912-A8CBEB6DED96}" srcOrd="0" destOrd="0" presId="urn:microsoft.com/office/officeart/2018/2/layout/IconVerticalSolidList"/>
    <dgm:cxn modelId="{5F36ECBE-677E-4360-9E96-2EE297D45FEC}" type="presOf" srcId="{24731D45-5595-494E-A69A-709809371D79}" destId="{47E5FADC-954E-4DB0-8908-0395EEBD0F13}" srcOrd="0" destOrd="0" presId="urn:microsoft.com/office/officeart/2018/2/layout/IconVerticalSolidList"/>
    <dgm:cxn modelId="{4A2CAFCB-4DCE-455F-A1BA-81B39F4C13F4}" type="presOf" srcId="{7C210FA3-C38C-466D-9B73-4BF0E9008942}" destId="{82998D8A-4602-45CC-99FB-C90D695A66C9}" srcOrd="0" destOrd="0" presId="urn:microsoft.com/office/officeart/2018/2/layout/IconVerticalSolidList"/>
    <dgm:cxn modelId="{C08875D9-9454-4403-BF0D-F49511A3156B}" srcId="{0B1DA086-017A-4FCF-849A-BE04178B0B0C}" destId="{24731D45-5595-494E-A69A-709809371D79}" srcOrd="2" destOrd="0" parTransId="{57316B24-D955-4FB6-897D-DED0EAA046B4}" sibTransId="{26429E55-2B86-42FE-9EE9-17CC948798FA}"/>
    <dgm:cxn modelId="{1BC9EEE0-1988-4133-B979-2C42B467F7AD}" type="presOf" srcId="{0FE9771F-2842-4363-A260-7DD8D9234A8F}" destId="{82998D8A-4602-45CC-99FB-C90D695A66C9}" srcOrd="0" destOrd="1" presId="urn:microsoft.com/office/officeart/2018/2/layout/IconVerticalSolidList"/>
    <dgm:cxn modelId="{A62635EF-BE16-4FA8-9715-5A090783272A}" type="presOf" srcId="{8BEFB301-CBE3-4C8B-8AA8-3B3C90EEB640}" destId="{6C022E8F-CDF5-4926-AE86-73F9E82E3ECE}" srcOrd="0" destOrd="0" presId="urn:microsoft.com/office/officeart/2018/2/layout/IconVerticalSolidList"/>
    <dgm:cxn modelId="{DF0B1672-BDE7-478A-87DA-7C07E7D3CC32}" type="presParOf" srcId="{E2429E3A-26F3-4DE6-BB27-8A74853E36BC}" destId="{B27934F0-4B2E-4DF1-9517-7971527F76DE}" srcOrd="0" destOrd="0" presId="urn:microsoft.com/office/officeart/2018/2/layout/IconVerticalSolidList"/>
    <dgm:cxn modelId="{1CD8BD2D-2575-4147-85A7-ABCDACB7883E}" type="presParOf" srcId="{B27934F0-4B2E-4DF1-9517-7971527F76DE}" destId="{63DCA6B8-F078-494F-A4ED-4F60C5B79B1E}" srcOrd="0" destOrd="0" presId="urn:microsoft.com/office/officeart/2018/2/layout/IconVerticalSolidList"/>
    <dgm:cxn modelId="{59E0E7DF-ED9C-4A64-8DAB-9B304A52D867}" type="presParOf" srcId="{B27934F0-4B2E-4DF1-9517-7971527F76DE}" destId="{051A301C-87FA-4BD0-9E63-B213425059A6}" srcOrd="1" destOrd="0" presId="urn:microsoft.com/office/officeart/2018/2/layout/IconVerticalSolidList"/>
    <dgm:cxn modelId="{6B5F7FEA-89C9-46F3-8417-9A597F2C74C6}" type="presParOf" srcId="{B27934F0-4B2E-4DF1-9517-7971527F76DE}" destId="{81F9BEDE-B9D3-4D6E-ADF5-94D4411315A5}" srcOrd="2" destOrd="0" presId="urn:microsoft.com/office/officeart/2018/2/layout/IconVerticalSolidList"/>
    <dgm:cxn modelId="{A3C6DEFE-786B-43FE-B444-F6325014D187}" type="presParOf" srcId="{B27934F0-4B2E-4DF1-9517-7971527F76DE}" destId="{10257972-2B44-447D-BA10-76846BAB8CB5}" srcOrd="3" destOrd="0" presId="urn:microsoft.com/office/officeart/2018/2/layout/IconVerticalSolidList"/>
    <dgm:cxn modelId="{DCA7BC88-C32D-450B-9C79-CC3B2629FAAC}" type="presParOf" srcId="{B27934F0-4B2E-4DF1-9517-7971527F76DE}" destId="{2329E379-78DC-4336-9912-A8CBEB6DED96}" srcOrd="4" destOrd="0" presId="urn:microsoft.com/office/officeart/2018/2/layout/IconVerticalSolidList"/>
    <dgm:cxn modelId="{9FB50716-8547-4B28-A4F0-66EE7D38661B}" type="presParOf" srcId="{E2429E3A-26F3-4DE6-BB27-8A74853E36BC}" destId="{8DE38D75-49F3-4940-B56A-D4FD912B1C5C}" srcOrd="1" destOrd="0" presId="urn:microsoft.com/office/officeart/2018/2/layout/IconVerticalSolidList"/>
    <dgm:cxn modelId="{5D0595F0-8A62-405D-BFF7-3937BD00B0EE}" type="presParOf" srcId="{E2429E3A-26F3-4DE6-BB27-8A74853E36BC}" destId="{D2419A1E-E40E-4A7E-9AE6-C6BFA54A1E8C}" srcOrd="2" destOrd="0" presId="urn:microsoft.com/office/officeart/2018/2/layout/IconVerticalSolidList"/>
    <dgm:cxn modelId="{417ECA63-A0F4-4B57-8E1E-624993ACD68D}" type="presParOf" srcId="{D2419A1E-E40E-4A7E-9AE6-C6BFA54A1E8C}" destId="{C2D85204-93A6-42A1-89E1-793AD0F0313F}" srcOrd="0" destOrd="0" presId="urn:microsoft.com/office/officeart/2018/2/layout/IconVerticalSolidList"/>
    <dgm:cxn modelId="{79B4BB26-0070-4B73-9409-B62783F3020E}" type="presParOf" srcId="{D2419A1E-E40E-4A7E-9AE6-C6BFA54A1E8C}" destId="{C1ECB57F-9AA6-4DC0-90CC-82EB1B3788BC}" srcOrd="1" destOrd="0" presId="urn:microsoft.com/office/officeart/2018/2/layout/IconVerticalSolidList"/>
    <dgm:cxn modelId="{8027CA33-B159-4AE3-B2F4-998E8D2FC57E}" type="presParOf" srcId="{D2419A1E-E40E-4A7E-9AE6-C6BFA54A1E8C}" destId="{31CECD3D-EE96-464A-9283-BD490AC32357}" srcOrd="2" destOrd="0" presId="urn:microsoft.com/office/officeart/2018/2/layout/IconVerticalSolidList"/>
    <dgm:cxn modelId="{15F317F4-C9A9-41F0-96B1-992C4E1482A5}" type="presParOf" srcId="{D2419A1E-E40E-4A7E-9AE6-C6BFA54A1E8C}" destId="{6C022E8F-CDF5-4926-AE86-73F9E82E3ECE}" srcOrd="3" destOrd="0" presId="urn:microsoft.com/office/officeart/2018/2/layout/IconVerticalSolidList"/>
    <dgm:cxn modelId="{CA74C4C6-8BB1-4AAB-9C9A-7F8A7ECFED02}" type="presParOf" srcId="{D2419A1E-E40E-4A7E-9AE6-C6BFA54A1E8C}" destId="{5022F7FE-B2D6-4EE5-A32A-3F407892EDA7}" srcOrd="4" destOrd="0" presId="urn:microsoft.com/office/officeart/2018/2/layout/IconVerticalSolidList"/>
    <dgm:cxn modelId="{70B860C6-0269-4562-A307-4AA99BAD97DB}" type="presParOf" srcId="{E2429E3A-26F3-4DE6-BB27-8A74853E36BC}" destId="{92FBB83C-76D7-4CFD-85A1-1915E1AF3369}" srcOrd="3" destOrd="0" presId="urn:microsoft.com/office/officeart/2018/2/layout/IconVerticalSolidList"/>
    <dgm:cxn modelId="{3E99BA42-A484-42AF-B67D-7C6708AA36AA}" type="presParOf" srcId="{E2429E3A-26F3-4DE6-BB27-8A74853E36BC}" destId="{1A1DB715-D0C4-406E-84D9-9EF187852A97}" srcOrd="4" destOrd="0" presId="urn:microsoft.com/office/officeart/2018/2/layout/IconVerticalSolidList"/>
    <dgm:cxn modelId="{A6D630D1-4CDF-4059-B226-CC7EF65CAF2A}" type="presParOf" srcId="{1A1DB715-D0C4-406E-84D9-9EF187852A97}" destId="{196DEEFA-4169-49C7-BBF3-40A24FD42A0F}" srcOrd="0" destOrd="0" presId="urn:microsoft.com/office/officeart/2018/2/layout/IconVerticalSolidList"/>
    <dgm:cxn modelId="{B4D141B2-990A-41F1-9325-470CDE345074}" type="presParOf" srcId="{1A1DB715-D0C4-406E-84D9-9EF187852A97}" destId="{0DE5BCD1-8889-4A26-A174-16BC3660F742}" srcOrd="1" destOrd="0" presId="urn:microsoft.com/office/officeart/2018/2/layout/IconVerticalSolidList"/>
    <dgm:cxn modelId="{157477C3-0079-46FA-8736-59857D2B1052}" type="presParOf" srcId="{1A1DB715-D0C4-406E-84D9-9EF187852A97}" destId="{53224A3F-E118-4CB3-B15E-BC412D9C3837}" srcOrd="2" destOrd="0" presId="urn:microsoft.com/office/officeart/2018/2/layout/IconVerticalSolidList"/>
    <dgm:cxn modelId="{F0A74049-4D42-4721-BDD4-8CB2A740B01F}" type="presParOf" srcId="{1A1DB715-D0C4-406E-84D9-9EF187852A97}" destId="{47E5FADC-954E-4DB0-8908-0395EEBD0F13}" srcOrd="3" destOrd="0" presId="urn:microsoft.com/office/officeart/2018/2/layout/IconVerticalSolidList"/>
    <dgm:cxn modelId="{F0C31F28-C3D1-45AB-8A42-62C8F8BFCDE7}" type="presParOf" srcId="{1A1DB715-D0C4-406E-84D9-9EF187852A97}" destId="{82998D8A-4602-45CC-99FB-C90D695A66C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C65879-CA37-40CA-A6B9-EB1E2EDA35D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FF5C29-274A-4DF6-982C-3D9F0A3566C9}">
      <dgm:prSet/>
      <dgm:spPr/>
      <dgm:t>
        <a:bodyPr/>
        <a:lstStyle/>
        <a:p>
          <a:r>
            <a:rPr lang="en-US" b="1" i="0" baseline="0" dirty="0"/>
            <a:t>Version Control:</a:t>
          </a:r>
          <a:r>
            <a:rPr lang="en-US" b="0" i="0" baseline="0" dirty="0"/>
            <a:t> A tool that tracks changes made to files, allows people to revert to previous versions  </a:t>
          </a:r>
          <a:endParaRPr lang="en-US" dirty="0"/>
        </a:p>
      </dgm:t>
    </dgm:pt>
    <dgm:pt modelId="{1C6BEFF6-DB4D-4A46-88B3-14B269F8C6A9}" type="parTrans" cxnId="{D4A543AE-AD10-4C55-8147-81A9A953F6CD}">
      <dgm:prSet/>
      <dgm:spPr/>
      <dgm:t>
        <a:bodyPr/>
        <a:lstStyle/>
        <a:p>
          <a:endParaRPr lang="en-US"/>
        </a:p>
      </dgm:t>
    </dgm:pt>
    <dgm:pt modelId="{F4258C97-A542-4C1A-BDB0-D2890962BF33}" type="sibTrans" cxnId="{D4A543AE-AD10-4C55-8147-81A9A953F6CD}">
      <dgm:prSet/>
      <dgm:spPr/>
      <dgm:t>
        <a:bodyPr/>
        <a:lstStyle/>
        <a:p>
          <a:endParaRPr lang="en-US"/>
        </a:p>
      </dgm:t>
    </dgm:pt>
    <dgm:pt modelId="{412D5718-8F5D-448E-B225-73B0EA171DC0}">
      <dgm:prSet/>
      <dgm:spPr/>
      <dgm:t>
        <a:bodyPr/>
        <a:lstStyle/>
        <a:p>
          <a:r>
            <a:rPr lang="en-US" b="1" i="0" baseline="0" dirty="0"/>
            <a:t>Cloud Hosting:</a:t>
          </a:r>
          <a:r>
            <a:rPr lang="en-US" b="0" i="0" baseline="0" dirty="0"/>
            <a:t> Access repositories from anywhere</a:t>
          </a:r>
          <a:endParaRPr lang="en-US" dirty="0"/>
        </a:p>
      </dgm:t>
    </dgm:pt>
    <dgm:pt modelId="{98F275DC-CF8A-418E-AFBE-F46FF5EE0B3A}" type="parTrans" cxnId="{DD438298-00DE-4E99-B22B-277C228314E9}">
      <dgm:prSet/>
      <dgm:spPr/>
      <dgm:t>
        <a:bodyPr/>
        <a:lstStyle/>
        <a:p>
          <a:endParaRPr lang="en-US"/>
        </a:p>
      </dgm:t>
    </dgm:pt>
    <dgm:pt modelId="{9682217A-0518-4A3C-8A51-D0950E4F4D4A}" type="sibTrans" cxnId="{DD438298-00DE-4E99-B22B-277C228314E9}">
      <dgm:prSet/>
      <dgm:spPr/>
      <dgm:t>
        <a:bodyPr/>
        <a:lstStyle/>
        <a:p>
          <a:endParaRPr lang="en-US"/>
        </a:p>
      </dgm:t>
    </dgm:pt>
    <dgm:pt modelId="{4F7B87D3-7E25-448F-8715-1150243C1CB2}">
      <dgm:prSet/>
      <dgm:spPr/>
      <dgm:t>
        <a:bodyPr/>
        <a:lstStyle/>
        <a:p>
          <a:r>
            <a:rPr lang="en-US" b="1" i="0" baseline="0" dirty="0"/>
            <a:t>Collaboration:</a:t>
          </a:r>
          <a:r>
            <a:rPr lang="en-US" b="0" i="0" baseline="0" dirty="0"/>
            <a:t> Easy for teams to work together</a:t>
          </a:r>
          <a:endParaRPr lang="en-US" dirty="0"/>
        </a:p>
      </dgm:t>
    </dgm:pt>
    <dgm:pt modelId="{125E89DA-43BB-49FB-8BE7-6FEFBC62FD42}" type="parTrans" cxnId="{9964799B-3262-4F4E-BD2A-D7824A032A5D}">
      <dgm:prSet/>
      <dgm:spPr/>
      <dgm:t>
        <a:bodyPr/>
        <a:lstStyle/>
        <a:p>
          <a:endParaRPr lang="en-US"/>
        </a:p>
      </dgm:t>
    </dgm:pt>
    <dgm:pt modelId="{8A04CDFC-5BD5-4852-9D03-D278E5C832A4}" type="sibTrans" cxnId="{9964799B-3262-4F4E-BD2A-D7824A032A5D}">
      <dgm:prSet/>
      <dgm:spPr/>
      <dgm:t>
        <a:bodyPr/>
        <a:lstStyle/>
        <a:p>
          <a:endParaRPr lang="en-US"/>
        </a:p>
      </dgm:t>
    </dgm:pt>
    <dgm:pt modelId="{62F8E8BF-CEC7-4ADA-810C-DE35EC42155C}">
      <dgm:prSet/>
      <dgm:spPr/>
      <dgm:t>
        <a:bodyPr/>
        <a:lstStyle/>
        <a:p>
          <a:r>
            <a:rPr lang="en-US" b="1" i="0" baseline="0" dirty="0"/>
            <a:t>Organization</a:t>
          </a:r>
          <a:r>
            <a:rPr lang="en-US" b="0" i="0" baseline="0" dirty="0"/>
            <a:t>: Projects are organized into repositories</a:t>
          </a:r>
          <a:endParaRPr lang="en-US" dirty="0"/>
        </a:p>
      </dgm:t>
    </dgm:pt>
    <dgm:pt modelId="{B729A61B-F1AE-41FE-BAB6-E7CA9827D808}" type="parTrans" cxnId="{00AF688F-CF98-4BA1-A5FE-F663D7E0DB2F}">
      <dgm:prSet/>
      <dgm:spPr/>
      <dgm:t>
        <a:bodyPr/>
        <a:lstStyle/>
        <a:p>
          <a:endParaRPr lang="en-US"/>
        </a:p>
      </dgm:t>
    </dgm:pt>
    <dgm:pt modelId="{790EE500-AD5A-48FA-82BF-FBBAC8C733CB}" type="sibTrans" cxnId="{00AF688F-CF98-4BA1-A5FE-F663D7E0DB2F}">
      <dgm:prSet/>
      <dgm:spPr/>
      <dgm:t>
        <a:bodyPr/>
        <a:lstStyle/>
        <a:p>
          <a:endParaRPr lang="en-US"/>
        </a:p>
      </dgm:t>
    </dgm:pt>
    <dgm:pt modelId="{FC35A5EF-6795-407B-AF2C-D31B5908FC78}" type="pres">
      <dgm:prSet presAssocID="{18C65879-CA37-40CA-A6B9-EB1E2EDA35DA}" presName="vert0" presStyleCnt="0">
        <dgm:presLayoutVars>
          <dgm:dir/>
          <dgm:animOne val="branch"/>
          <dgm:animLvl val="lvl"/>
        </dgm:presLayoutVars>
      </dgm:prSet>
      <dgm:spPr/>
    </dgm:pt>
    <dgm:pt modelId="{AC3949E1-A8F1-4CFD-999F-CE71C79EB122}" type="pres">
      <dgm:prSet presAssocID="{17FF5C29-274A-4DF6-982C-3D9F0A3566C9}" presName="thickLine" presStyleLbl="alignNode1" presStyleIdx="0" presStyleCnt="4"/>
      <dgm:spPr/>
    </dgm:pt>
    <dgm:pt modelId="{53EA4406-AFCE-4015-AC7A-B86C4E17B6DF}" type="pres">
      <dgm:prSet presAssocID="{17FF5C29-274A-4DF6-982C-3D9F0A3566C9}" presName="horz1" presStyleCnt="0"/>
      <dgm:spPr/>
    </dgm:pt>
    <dgm:pt modelId="{0EC3A2DE-A651-4A90-8646-407E3F1F339D}" type="pres">
      <dgm:prSet presAssocID="{17FF5C29-274A-4DF6-982C-3D9F0A3566C9}" presName="tx1" presStyleLbl="revTx" presStyleIdx="0" presStyleCnt="4"/>
      <dgm:spPr/>
    </dgm:pt>
    <dgm:pt modelId="{016F856B-75EA-49C7-BFA6-F701247093FB}" type="pres">
      <dgm:prSet presAssocID="{17FF5C29-274A-4DF6-982C-3D9F0A3566C9}" presName="vert1" presStyleCnt="0"/>
      <dgm:spPr/>
    </dgm:pt>
    <dgm:pt modelId="{B495D396-D9E5-4B29-814F-AD665B170E8C}" type="pres">
      <dgm:prSet presAssocID="{412D5718-8F5D-448E-B225-73B0EA171DC0}" presName="thickLine" presStyleLbl="alignNode1" presStyleIdx="1" presStyleCnt="4"/>
      <dgm:spPr/>
    </dgm:pt>
    <dgm:pt modelId="{C297EF1E-6884-467E-B7D9-5F9FFE1E1045}" type="pres">
      <dgm:prSet presAssocID="{412D5718-8F5D-448E-B225-73B0EA171DC0}" presName="horz1" presStyleCnt="0"/>
      <dgm:spPr/>
    </dgm:pt>
    <dgm:pt modelId="{4E48F6CB-0DB2-4101-BB2E-8688C84CB480}" type="pres">
      <dgm:prSet presAssocID="{412D5718-8F5D-448E-B225-73B0EA171DC0}" presName="tx1" presStyleLbl="revTx" presStyleIdx="1" presStyleCnt="4"/>
      <dgm:spPr/>
    </dgm:pt>
    <dgm:pt modelId="{B4A8400A-CE1A-4317-B5E0-B7AB266A863E}" type="pres">
      <dgm:prSet presAssocID="{412D5718-8F5D-448E-B225-73B0EA171DC0}" presName="vert1" presStyleCnt="0"/>
      <dgm:spPr/>
    </dgm:pt>
    <dgm:pt modelId="{F80F399F-C013-4367-B231-13FB5A9C07EB}" type="pres">
      <dgm:prSet presAssocID="{4F7B87D3-7E25-448F-8715-1150243C1CB2}" presName="thickLine" presStyleLbl="alignNode1" presStyleIdx="2" presStyleCnt="4"/>
      <dgm:spPr/>
    </dgm:pt>
    <dgm:pt modelId="{569D036A-581C-4149-A67E-385BA3CC82D9}" type="pres">
      <dgm:prSet presAssocID="{4F7B87D3-7E25-448F-8715-1150243C1CB2}" presName="horz1" presStyleCnt="0"/>
      <dgm:spPr/>
    </dgm:pt>
    <dgm:pt modelId="{E62B923A-E2D3-47D3-9C75-2A9ADD3703CC}" type="pres">
      <dgm:prSet presAssocID="{4F7B87D3-7E25-448F-8715-1150243C1CB2}" presName="tx1" presStyleLbl="revTx" presStyleIdx="2" presStyleCnt="4"/>
      <dgm:spPr/>
    </dgm:pt>
    <dgm:pt modelId="{FCC12306-CCB2-4538-8282-C1515333B0BA}" type="pres">
      <dgm:prSet presAssocID="{4F7B87D3-7E25-448F-8715-1150243C1CB2}" presName="vert1" presStyleCnt="0"/>
      <dgm:spPr/>
    </dgm:pt>
    <dgm:pt modelId="{03076A9D-998A-40EB-A189-DB88CC1B4AF9}" type="pres">
      <dgm:prSet presAssocID="{62F8E8BF-CEC7-4ADA-810C-DE35EC42155C}" presName="thickLine" presStyleLbl="alignNode1" presStyleIdx="3" presStyleCnt="4"/>
      <dgm:spPr/>
    </dgm:pt>
    <dgm:pt modelId="{73B1DC18-8CC3-4E0B-9275-0279B43DD39D}" type="pres">
      <dgm:prSet presAssocID="{62F8E8BF-CEC7-4ADA-810C-DE35EC42155C}" presName="horz1" presStyleCnt="0"/>
      <dgm:spPr/>
    </dgm:pt>
    <dgm:pt modelId="{535127AC-8350-4B23-8DA5-4EFF9A1C7D6A}" type="pres">
      <dgm:prSet presAssocID="{62F8E8BF-CEC7-4ADA-810C-DE35EC42155C}" presName="tx1" presStyleLbl="revTx" presStyleIdx="3" presStyleCnt="4"/>
      <dgm:spPr/>
    </dgm:pt>
    <dgm:pt modelId="{B73C4B1D-AF34-4416-8A89-40285C5E0A6E}" type="pres">
      <dgm:prSet presAssocID="{62F8E8BF-CEC7-4ADA-810C-DE35EC42155C}" presName="vert1" presStyleCnt="0"/>
      <dgm:spPr/>
    </dgm:pt>
  </dgm:ptLst>
  <dgm:cxnLst>
    <dgm:cxn modelId="{A252325B-61D3-4023-BD6E-2E7899F2C668}" type="presOf" srcId="{412D5718-8F5D-448E-B225-73B0EA171DC0}" destId="{4E48F6CB-0DB2-4101-BB2E-8688C84CB480}" srcOrd="0" destOrd="0" presId="urn:microsoft.com/office/officeart/2008/layout/LinedList"/>
    <dgm:cxn modelId="{A1065850-D6A0-4991-B736-A40CB00FCABC}" type="presOf" srcId="{4F7B87D3-7E25-448F-8715-1150243C1CB2}" destId="{E62B923A-E2D3-47D3-9C75-2A9ADD3703CC}" srcOrd="0" destOrd="0" presId="urn:microsoft.com/office/officeart/2008/layout/LinedList"/>
    <dgm:cxn modelId="{00AF688F-CF98-4BA1-A5FE-F663D7E0DB2F}" srcId="{18C65879-CA37-40CA-A6B9-EB1E2EDA35DA}" destId="{62F8E8BF-CEC7-4ADA-810C-DE35EC42155C}" srcOrd="3" destOrd="0" parTransId="{B729A61B-F1AE-41FE-BAB6-E7CA9827D808}" sibTransId="{790EE500-AD5A-48FA-82BF-FBBAC8C733CB}"/>
    <dgm:cxn modelId="{DD438298-00DE-4E99-B22B-277C228314E9}" srcId="{18C65879-CA37-40CA-A6B9-EB1E2EDA35DA}" destId="{412D5718-8F5D-448E-B225-73B0EA171DC0}" srcOrd="1" destOrd="0" parTransId="{98F275DC-CF8A-418E-AFBE-F46FF5EE0B3A}" sibTransId="{9682217A-0518-4A3C-8A51-D0950E4F4D4A}"/>
    <dgm:cxn modelId="{9964799B-3262-4F4E-BD2A-D7824A032A5D}" srcId="{18C65879-CA37-40CA-A6B9-EB1E2EDA35DA}" destId="{4F7B87D3-7E25-448F-8715-1150243C1CB2}" srcOrd="2" destOrd="0" parTransId="{125E89DA-43BB-49FB-8BE7-6FEFBC62FD42}" sibTransId="{8A04CDFC-5BD5-4852-9D03-D278E5C832A4}"/>
    <dgm:cxn modelId="{D4A543AE-AD10-4C55-8147-81A9A953F6CD}" srcId="{18C65879-CA37-40CA-A6B9-EB1E2EDA35DA}" destId="{17FF5C29-274A-4DF6-982C-3D9F0A3566C9}" srcOrd="0" destOrd="0" parTransId="{1C6BEFF6-DB4D-4A46-88B3-14B269F8C6A9}" sibTransId="{F4258C97-A542-4C1A-BDB0-D2890962BF33}"/>
    <dgm:cxn modelId="{B1D921C9-5D4B-4C5E-BB52-22C9A38107D2}" type="presOf" srcId="{18C65879-CA37-40CA-A6B9-EB1E2EDA35DA}" destId="{FC35A5EF-6795-407B-AF2C-D31B5908FC78}" srcOrd="0" destOrd="0" presId="urn:microsoft.com/office/officeart/2008/layout/LinedList"/>
    <dgm:cxn modelId="{66842FE5-21BE-410C-A7E0-103D2B2BF752}" type="presOf" srcId="{62F8E8BF-CEC7-4ADA-810C-DE35EC42155C}" destId="{535127AC-8350-4B23-8DA5-4EFF9A1C7D6A}" srcOrd="0" destOrd="0" presId="urn:microsoft.com/office/officeart/2008/layout/LinedList"/>
    <dgm:cxn modelId="{CAAAE5F8-045F-4C11-AD25-657258A34932}" type="presOf" srcId="{17FF5C29-274A-4DF6-982C-3D9F0A3566C9}" destId="{0EC3A2DE-A651-4A90-8646-407E3F1F339D}" srcOrd="0" destOrd="0" presId="urn:microsoft.com/office/officeart/2008/layout/LinedList"/>
    <dgm:cxn modelId="{2E087116-BFB8-4995-BE96-9C26D8395480}" type="presParOf" srcId="{FC35A5EF-6795-407B-AF2C-D31B5908FC78}" destId="{AC3949E1-A8F1-4CFD-999F-CE71C79EB122}" srcOrd="0" destOrd="0" presId="urn:microsoft.com/office/officeart/2008/layout/LinedList"/>
    <dgm:cxn modelId="{8094BA36-E784-43E7-BA22-B9FCD1388E37}" type="presParOf" srcId="{FC35A5EF-6795-407B-AF2C-D31B5908FC78}" destId="{53EA4406-AFCE-4015-AC7A-B86C4E17B6DF}" srcOrd="1" destOrd="0" presId="urn:microsoft.com/office/officeart/2008/layout/LinedList"/>
    <dgm:cxn modelId="{95E078BA-C075-4BB5-BDC6-BD3AAB2F4B73}" type="presParOf" srcId="{53EA4406-AFCE-4015-AC7A-B86C4E17B6DF}" destId="{0EC3A2DE-A651-4A90-8646-407E3F1F339D}" srcOrd="0" destOrd="0" presId="urn:microsoft.com/office/officeart/2008/layout/LinedList"/>
    <dgm:cxn modelId="{727BE026-3260-4815-B01C-C3077C6FCB76}" type="presParOf" srcId="{53EA4406-AFCE-4015-AC7A-B86C4E17B6DF}" destId="{016F856B-75EA-49C7-BFA6-F701247093FB}" srcOrd="1" destOrd="0" presId="urn:microsoft.com/office/officeart/2008/layout/LinedList"/>
    <dgm:cxn modelId="{86AE199E-BF18-4CFA-BA24-355D1EB14A44}" type="presParOf" srcId="{FC35A5EF-6795-407B-AF2C-D31B5908FC78}" destId="{B495D396-D9E5-4B29-814F-AD665B170E8C}" srcOrd="2" destOrd="0" presId="urn:microsoft.com/office/officeart/2008/layout/LinedList"/>
    <dgm:cxn modelId="{77CF789E-BC86-48CB-9B85-5EB5B6712E22}" type="presParOf" srcId="{FC35A5EF-6795-407B-AF2C-D31B5908FC78}" destId="{C297EF1E-6884-467E-B7D9-5F9FFE1E1045}" srcOrd="3" destOrd="0" presId="urn:microsoft.com/office/officeart/2008/layout/LinedList"/>
    <dgm:cxn modelId="{9862E70D-81FE-4C48-9D6A-5BE831A32CEA}" type="presParOf" srcId="{C297EF1E-6884-467E-B7D9-5F9FFE1E1045}" destId="{4E48F6CB-0DB2-4101-BB2E-8688C84CB480}" srcOrd="0" destOrd="0" presId="urn:microsoft.com/office/officeart/2008/layout/LinedList"/>
    <dgm:cxn modelId="{6AA85F6E-0694-4444-BC49-55D11685CEEE}" type="presParOf" srcId="{C297EF1E-6884-467E-B7D9-5F9FFE1E1045}" destId="{B4A8400A-CE1A-4317-B5E0-B7AB266A863E}" srcOrd="1" destOrd="0" presId="urn:microsoft.com/office/officeart/2008/layout/LinedList"/>
    <dgm:cxn modelId="{17449623-BFA5-41A5-BCAE-7AE8A042D363}" type="presParOf" srcId="{FC35A5EF-6795-407B-AF2C-D31B5908FC78}" destId="{F80F399F-C013-4367-B231-13FB5A9C07EB}" srcOrd="4" destOrd="0" presId="urn:microsoft.com/office/officeart/2008/layout/LinedList"/>
    <dgm:cxn modelId="{C08F80A4-B37C-4EE5-A465-2F9BEEFAEF2E}" type="presParOf" srcId="{FC35A5EF-6795-407B-AF2C-D31B5908FC78}" destId="{569D036A-581C-4149-A67E-385BA3CC82D9}" srcOrd="5" destOrd="0" presId="urn:microsoft.com/office/officeart/2008/layout/LinedList"/>
    <dgm:cxn modelId="{7F793ADF-3653-4BF5-97D5-0D5D0F21904C}" type="presParOf" srcId="{569D036A-581C-4149-A67E-385BA3CC82D9}" destId="{E62B923A-E2D3-47D3-9C75-2A9ADD3703CC}" srcOrd="0" destOrd="0" presId="urn:microsoft.com/office/officeart/2008/layout/LinedList"/>
    <dgm:cxn modelId="{2442C0D4-9C7B-4AFC-AF10-6E3B1E39FAA8}" type="presParOf" srcId="{569D036A-581C-4149-A67E-385BA3CC82D9}" destId="{FCC12306-CCB2-4538-8282-C1515333B0BA}" srcOrd="1" destOrd="0" presId="urn:microsoft.com/office/officeart/2008/layout/LinedList"/>
    <dgm:cxn modelId="{6FDEFAB1-7CE5-4673-A913-5BB8ABF65A53}" type="presParOf" srcId="{FC35A5EF-6795-407B-AF2C-D31B5908FC78}" destId="{03076A9D-998A-40EB-A189-DB88CC1B4AF9}" srcOrd="6" destOrd="0" presId="urn:microsoft.com/office/officeart/2008/layout/LinedList"/>
    <dgm:cxn modelId="{F9427E08-2DBE-4825-9389-D9EEEF98390F}" type="presParOf" srcId="{FC35A5EF-6795-407B-AF2C-D31B5908FC78}" destId="{73B1DC18-8CC3-4E0B-9275-0279B43DD39D}" srcOrd="7" destOrd="0" presId="urn:microsoft.com/office/officeart/2008/layout/LinedList"/>
    <dgm:cxn modelId="{520277A5-C3E7-423F-A653-8878F6A0AB03}" type="presParOf" srcId="{73B1DC18-8CC3-4E0B-9275-0279B43DD39D}" destId="{535127AC-8350-4B23-8DA5-4EFF9A1C7D6A}" srcOrd="0" destOrd="0" presId="urn:microsoft.com/office/officeart/2008/layout/LinedList"/>
    <dgm:cxn modelId="{85C143AB-C87C-42B6-9547-19992B3675A1}" type="presParOf" srcId="{73B1DC18-8CC3-4E0B-9275-0279B43DD39D}" destId="{B73C4B1D-AF34-4416-8A89-40285C5E0A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2AA40-1827-4663-BFC4-940447DAFFCC}">
      <dsp:nvSpPr>
        <dsp:cNvPr id="0" name=""/>
        <dsp:cNvSpPr/>
      </dsp:nvSpPr>
      <dsp:spPr>
        <a:xfrm>
          <a:off x="-336007" y="7564"/>
          <a:ext cx="10515600" cy="13591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45CE1-D7FB-4CFF-A303-E5EB727EBD35}">
      <dsp:nvSpPr>
        <dsp:cNvPr id="0" name=""/>
        <dsp:cNvSpPr/>
      </dsp:nvSpPr>
      <dsp:spPr>
        <a:xfrm>
          <a:off x="75125" y="313365"/>
          <a:ext cx="747514" cy="74751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397DE-6384-4CD4-9346-7D7E69476DDA}">
      <dsp:nvSpPr>
        <dsp:cNvPr id="0" name=""/>
        <dsp:cNvSpPr/>
      </dsp:nvSpPr>
      <dsp:spPr>
        <a:xfrm>
          <a:off x="1233772" y="7564"/>
          <a:ext cx="4732020" cy="1359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840" tIns="143840" rIns="143840" bIns="14384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Open-ended Cases</a:t>
          </a:r>
        </a:p>
      </dsp:txBody>
      <dsp:txXfrm>
        <a:off x="1233772" y="7564"/>
        <a:ext cx="4732020" cy="1359116"/>
      </dsp:txXfrm>
    </dsp:sp>
    <dsp:sp modelId="{535828E0-32FD-4F85-858C-A8A6901F84B0}">
      <dsp:nvSpPr>
        <dsp:cNvPr id="0" name=""/>
        <dsp:cNvSpPr/>
      </dsp:nvSpPr>
      <dsp:spPr>
        <a:xfrm>
          <a:off x="5339509" y="7564"/>
          <a:ext cx="5463295" cy="1359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840" tIns="143840" rIns="143840" bIns="1438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Broad question – usually a few sentences long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Make assumptions and discuss thought process</a:t>
          </a:r>
        </a:p>
      </dsp:txBody>
      <dsp:txXfrm>
        <a:off x="5339509" y="7564"/>
        <a:ext cx="5463295" cy="1359116"/>
      </dsp:txXfrm>
    </dsp:sp>
    <dsp:sp modelId="{7867A83D-3589-4FCB-837A-E515E1F71AE3}">
      <dsp:nvSpPr>
        <dsp:cNvPr id="0" name=""/>
        <dsp:cNvSpPr/>
      </dsp:nvSpPr>
      <dsp:spPr>
        <a:xfrm>
          <a:off x="-336007" y="1706460"/>
          <a:ext cx="10515600" cy="13591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1C590-0449-4A36-8EEC-C85F2C3816BE}">
      <dsp:nvSpPr>
        <dsp:cNvPr id="0" name=""/>
        <dsp:cNvSpPr/>
      </dsp:nvSpPr>
      <dsp:spPr>
        <a:xfrm>
          <a:off x="75125" y="2012261"/>
          <a:ext cx="747514" cy="74751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19191-8309-4BEE-87CF-25D648CD083D}">
      <dsp:nvSpPr>
        <dsp:cNvPr id="0" name=""/>
        <dsp:cNvSpPr/>
      </dsp:nvSpPr>
      <dsp:spPr>
        <a:xfrm>
          <a:off x="1233772" y="1706460"/>
          <a:ext cx="4732020" cy="1359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840" tIns="143840" rIns="143840" bIns="14384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Structured Cases</a:t>
          </a:r>
        </a:p>
      </dsp:txBody>
      <dsp:txXfrm>
        <a:off x="1233772" y="1706460"/>
        <a:ext cx="4732020" cy="1359116"/>
      </dsp:txXfrm>
    </dsp:sp>
    <dsp:sp modelId="{7EECEADF-EBA3-4F55-B8EC-A808E3A51648}">
      <dsp:nvSpPr>
        <dsp:cNvPr id="0" name=""/>
        <dsp:cNvSpPr/>
      </dsp:nvSpPr>
      <dsp:spPr>
        <a:xfrm>
          <a:off x="5290707" y="1706460"/>
          <a:ext cx="5560899" cy="1359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840" tIns="143840" rIns="143840" bIns="1438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Generally, a one-on-one case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Guided case - Walked through problem-solving process</a:t>
          </a:r>
        </a:p>
      </dsp:txBody>
      <dsp:txXfrm>
        <a:off x="5290707" y="1706460"/>
        <a:ext cx="5560899" cy="1359116"/>
      </dsp:txXfrm>
    </dsp:sp>
    <dsp:sp modelId="{69804236-5243-456F-95F4-5BF74717857B}">
      <dsp:nvSpPr>
        <dsp:cNvPr id="0" name=""/>
        <dsp:cNvSpPr/>
      </dsp:nvSpPr>
      <dsp:spPr>
        <a:xfrm>
          <a:off x="-336007" y="3405356"/>
          <a:ext cx="10515600" cy="13591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4C5FD-9F8B-4A59-B17F-9B758A4D4B9A}">
      <dsp:nvSpPr>
        <dsp:cNvPr id="0" name=""/>
        <dsp:cNvSpPr/>
      </dsp:nvSpPr>
      <dsp:spPr>
        <a:xfrm>
          <a:off x="75125" y="3711158"/>
          <a:ext cx="747514" cy="747514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CA361-47C4-4A52-9434-E4DBE9B573E7}">
      <dsp:nvSpPr>
        <dsp:cNvPr id="0" name=""/>
        <dsp:cNvSpPr/>
      </dsp:nvSpPr>
      <dsp:spPr>
        <a:xfrm>
          <a:off x="1233772" y="3405356"/>
          <a:ext cx="4732020" cy="1359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840" tIns="143840" rIns="143840" bIns="143840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Paper-driven cases</a:t>
          </a:r>
        </a:p>
      </dsp:txBody>
      <dsp:txXfrm>
        <a:off x="1233772" y="3405356"/>
        <a:ext cx="4732020" cy="1359116"/>
      </dsp:txXfrm>
    </dsp:sp>
    <dsp:sp modelId="{7C8A4AED-6AB4-443E-A016-01FEB52EFBB5}">
      <dsp:nvSpPr>
        <dsp:cNvPr id="0" name=""/>
        <dsp:cNvSpPr/>
      </dsp:nvSpPr>
      <dsp:spPr>
        <a:xfrm>
          <a:off x="5332962" y="3405356"/>
          <a:ext cx="5400260" cy="1359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840" tIns="143840" rIns="143840" bIns="1438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Given a deck of information (graphs, spreadsheets, statements)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Asked to review information and provide insight</a:t>
          </a:r>
        </a:p>
      </dsp:txBody>
      <dsp:txXfrm>
        <a:off x="5332962" y="3405356"/>
        <a:ext cx="5400260" cy="1359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D33E9-DD4A-46D6-BFAD-18E987F34165}">
      <dsp:nvSpPr>
        <dsp:cNvPr id="0" name=""/>
        <dsp:cNvSpPr/>
      </dsp:nvSpPr>
      <dsp:spPr>
        <a:xfrm>
          <a:off x="2768174" y="872874"/>
          <a:ext cx="2214539" cy="7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D3E57-818A-4AF3-AA7A-DC4B7DADA9D2}">
      <dsp:nvSpPr>
        <dsp:cNvPr id="0" name=""/>
        <dsp:cNvSpPr/>
      </dsp:nvSpPr>
      <dsp:spPr>
        <a:xfrm>
          <a:off x="5115586" y="756002"/>
          <a:ext cx="254672" cy="300619"/>
        </a:xfrm>
        <a:prstGeom prst="chevron">
          <a:avLst>
            <a:gd name="adj" fmla="val 9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89BBA-B399-4544-B26C-E8894FFEF3C8}">
      <dsp:nvSpPr>
        <dsp:cNvPr id="0" name=""/>
        <dsp:cNvSpPr/>
      </dsp:nvSpPr>
      <dsp:spPr>
        <a:xfrm>
          <a:off x="1724346" y="112588"/>
          <a:ext cx="1520643" cy="15206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529" tIns="59529" rIns="59529" bIns="59529" numCol="1" spcCol="1270" anchor="ctr" anchorCtr="0">
          <a:noAutofit/>
        </a:bodyPr>
        <a:lstStyle/>
        <a:p>
          <a:pPr marL="0" lvl="0" indent="0" algn="ctr" defTabSz="3200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200" kern="1200"/>
            <a:t>1</a:t>
          </a:r>
        </a:p>
      </dsp:txBody>
      <dsp:txXfrm>
        <a:off x="1947039" y="335281"/>
        <a:ext cx="1075257" cy="1075257"/>
      </dsp:txXfrm>
    </dsp:sp>
    <dsp:sp modelId="{650BF017-59AF-4784-BCDE-064DE65B03B4}">
      <dsp:nvSpPr>
        <dsp:cNvPr id="0" name=""/>
        <dsp:cNvSpPr/>
      </dsp:nvSpPr>
      <dsp:spPr>
        <a:xfrm>
          <a:off x="0" y="1797388"/>
          <a:ext cx="4982713" cy="262016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42" tIns="165100" rIns="393042" bIns="16510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FIRST:</a:t>
          </a:r>
          <a:endParaRPr lang="en-US" sz="32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Always bring blank sheets of paper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Always bring a pencil</a:t>
          </a:r>
          <a:endParaRPr lang="en-US" sz="2800" kern="1200" dirty="0"/>
        </a:p>
      </dsp:txBody>
      <dsp:txXfrm>
        <a:off x="0" y="2321420"/>
        <a:ext cx="4982713" cy="2096128"/>
      </dsp:txXfrm>
    </dsp:sp>
    <dsp:sp modelId="{55357596-26A4-44D2-88D4-1A68BEE2C1A9}">
      <dsp:nvSpPr>
        <dsp:cNvPr id="0" name=""/>
        <dsp:cNvSpPr/>
      </dsp:nvSpPr>
      <dsp:spPr>
        <a:xfrm>
          <a:off x="5536348" y="879565"/>
          <a:ext cx="2491356" cy="65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30407-26F1-419A-8A1A-5031195272D2}">
      <dsp:nvSpPr>
        <dsp:cNvPr id="0" name=""/>
        <dsp:cNvSpPr/>
      </dsp:nvSpPr>
      <dsp:spPr>
        <a:xfrm>
          <a:off x="7267383" y="119276"/>
          <a:ext cx="1520643" cy="15206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09" tIns="59009" rIns="59009" bIns="59009" numCol="1" spcCol="1270" anchor="ctr" anchorCtr="0">
          <a:noAutofit/>
        </a:bodyPr>
        <a:lstStyle/>
        <a:p>
          <a:pPr marL="0" lvl="0" indent="0" algn="ctr" defTabSz="3200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200" kern="1200"/>
            <a:t>2</a:t>
          </a:r>
        </a:p>
      </dsp:txBody>
      <dsp:txXfrm>
        <a:off x="7490076" y="341969"/>
        <a:ext cx="1075257" cy="1075257"/>
      </dsp:txXfrm>
    </dsp:sp>
    <dsp:sp modelId="{BCA2570F-D512-4B8E-9435-C5F7D71B0974}">
      <dsp:nvSpPr>
        <dsp:cNvPr id="0" name=""/>
        <dsp:cNvSpPr/>
      </dsp:nvSpPr>
      <dsp:spPr>
        <a:xfrm>
          <a:off x="5536348" y="1797388"/>
          <a:ext cx="4982713" cy="262016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42" tIns="165100" rIns="393042" bIns="16510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SECOND: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Turn paper landscape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Create a 3-section T-grid</a:t>
          </a:r>
          <a:endParaRPr lang="en-US" sz="2800" kern="1200" dirty="0"/>
        </a:p>
      </dsp:txBody>
      <dsp:txXfrm>
        <a:off x="5536348" y="2321420"/>
        <a:ext cx="4982713" cy="2096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1DCA8-1A27-49DD-8C13-FBC6E62B11CE}">
      <dsp:nvSpPr>
        <dsp:cNvPr id="0" name=""/>
        <dsp:cNvSpPr/>
      </dsp:nvSpPr>
      <dsp:spPr>
        <a:xfrm>
          <a:off x="0" y="456269"/>
          <a:ext cx="10515600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u="sng" kern="1200" dirty="0" err="1">
              <a:hlinkClick xmlns:r="http://schemas.openxmlformats.org/officeDocument/2006/relationships" r:id="rId1"/>
            </a:rPr>
            <a:t>Deliotte</a:t>
          </a:r>
          <a:r>
            <a:rPr lang="en-US" sz="3400" u="sng" kern="1200" dirty="0">
              <a:hlinkClick xmlns:r="http://schemas.openxmlformats.org/officeDocument/2006/relationships" r:id="rId1"/>
            </a:rPr>
            <a:t> Interactive Case Examples</a:t>
          </a:r>
          <a:endParaRPr lang="en-US" sz="3400" kern="1200" dirty="0"/>
        </a:p>
      </dsp:txBody>
      <dsp:txXfrm>
        <a:off x="38838" y="495107"/>
        <a:ext cx="10437924" cy="717924"/>
      </dsp:txXfrm>
    </dsp:sp>
    <dsp:sp modelId="{C92B9401-1D45-4B77-A87B-220619A90468}">
      <dsp:nvSpPr>
        <dsp:cNvPr id="0" name=""/>
        <dsp:cNvSpPr/>
      </dsp:nvSpPr>
      <dsp:spPr>
        <a:xfrm>
          <a:off x="0" y="1349789"/>
          <a:ext cx="10515600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Nick Singh’s </a:t>
          </a:r>
          <a:r>
            <a:rPr lang="en-US" sz="3400" kern="1200" dirty="0">
              <a:hlinkClick xmlns:r="http://schemas.openxmlformats.org/officeDocument/2006/relationships" r:id="rId2"/>
            </a:rPr>
            <a:t>Ace the Data Science Site (</a:t>
          </a:r>
          <a:r>
            <a:rPr lang="en-US" sz="3400" kern="1200" dirty="0" err="1">
              <a:hlinkClick xmlns:r="http://schemas.openxmlformats.org/officeDocument/2006/relationships" r:id="rId2"/>
            </a:rPr>
            <a:t>DataLemur</a:t>
          </a:r>
          <a:r>
            <a:rPr lang="en-US" sz="3400" kern="1200" dirty="0">
              <a:hlinkClick xmlns:r="http://schemas.openxmlformats.org/officeDocument/2006/relationships" r:id="rId2"/>
            </a:rPr>
            <a:t>)</a:t>
          </a:r>
          <a:endParaRPr lang="en-US" sz="3400" kern="1200" dirty="0"/>
        </a:p>
      </dsp:txBody>
      <dsp:txXfrm>
        <a:off x="38838" y="1388627"/>
        <a:ext cx="10437924" cy="717924"/>
      </dsp:txXfrm>
    </dsp:sp>
    <dsp:sp modelId="{23E9B39C-4A74-4B16-B89A-1E3A824E0C15}">
      <dsp:nvSpPr>
        <dsp:cNvPr id="0" name=""/>
        <dsp:cNvSpPr/>
      </dsp:nvSpPr>
      <dsp:spPr>
        <a:xfrm>
          <a:off x="0" y="2243309"/>
          <a:ext cx="10515600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hlinkClick xmlns:r="http://schemas.openxmlformats.org/officeDocument/2006/relationships" r:id="rId3"/>
            </a:rPr>
            <a:t>Reddit Sample w/Commentary</a:t>
          </a:r>
          <a:endParaRPr lang="en-US" sz="3400" kern="1200" dirty="0"/>
        </a:p>
      </dsp:txBody>
      <dsp:txXfrm>
        <a:off x="38838" y="2282147"/>
        <a:ext cx="10437924" cy="717924"/>
      </dsp:txXfrm>
    </dsp:sp>
    <dsp:sp modelId="{507D2AAE-1D52-48BF-8946-9B32B4889A64}">
      <dsp:nvSpPr>
        <dsp:cNvPr id="0" name=""/>
        <dsp:cNvSpPr/>
      </dsp:nvSpPr>
      <dsp:spPr>
        <a:xfrm>
          <a:off x="0" y="3136829"/>
          <a:ext cx="10515600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hlinkClick xmlns:r="http://schemas.openxmlformats.org/officeDocument/2006/relationships" r:id="rId4"/>
            </a:rPr>
            <a:t>U Penn Case Book with Examples</a:t>
          </a:r>
          <a:endParaRPr lang="en-US" sz="3400" kern="1200" dirty="0"/>
        </a:p>
      </dsp:txBody>
      <dsp:txXfrm>
        <a:off x="38838" y="3175667"/>
        <a:ext cx="10437924" cy="7179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CA6B8-F078-494F-A4ED-4F60C5B79B1E}">
      <dsp:nvSpPr>
        <dsp:cNvPr id="0" name=""/>
        <dsp:cNvSpPr/>
      </dsp:nvSpPr>
      <dsp:spPr>
        <a:xfrm>
          <a:off x="0" y="535"/>
          <a:ext cx="10515600" cy="12536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1A301C-87FA-4BD0-9E63-B213425059A6}">
      <dsp:nvSpPr>
        <dsp:cNvPr id="0" name=""/>
        <dsp:cNvSpPr/>
      </dsp:nvSpPr>
      <dsp:spPr>
        <a:xfrm>
          <a:off x="379216" y="282597"/>
          <a:ext cx="689484" cy="68948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57972-2B44-447D-BA10-76846BAB8CB5}">
      <dsp:nvSpPr>
        <dsp:cNvPr id="0" name=""/>
        <dsp:cNvSpPr/>
      </dsp:nvSpPr>
      <dsp:spPr>
        <a:xfrm>
          <a:off x="1447916" y="535"/>
          <a:ext cx="4732020" cy="1253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73" tIns="132673" rIns="132673" bIns="1326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General Case Study Videos</a:t>
          </a:r>
        </a:p>
      </dsp:txBody>
      <dsp:txXfrm>
        <a:off x="1447916" y="535"/>
        <a:ext cx="4732020" cy="1253607"/>
      </dsp:txXfrm>
    </dsp:sp>
    <dsp:sp modelId="{2329E379-78DC-4336-9912-A8CBEB6DED96}">
      <dsp:nvSpPr>
        <dsp:cNvPr id="0" name=""/>
        <dsp:cNvSpPr/>
      </dsp:nvSpPr>
      <dsp:spPr>
        <a:xfrm>
          <a:off x="6179936" y="535"/>
          <a:ext cx="4335663" cy="1253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73" tIns="132673" rIns="132673" bIns="13267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3"/>
            </a:rPr>
            <a:t>Case Interview 101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4"/>
            </a:rPr>
            <a:t>Case Interview – How to Open Any Case, Perfectly</a:t>
          </a:r>
          <a:endParaRPr lang="en-US" sz="1800" kern="1200"/>
        </a:p>
      </dsp:txBody>
      <dsp:txXfrm>
        <a:off x="6179936" y="535"/>
        <a:ext cx="4335663" cy="1253607"/>
      </dsp:txXfrm>
    </dsp:sp>
    <dsp:sp modelId="{C2D85204-93A6-42A1-89E1-793AD0F0313F}">
      <dsp:nvSpPr>
        <dsp:cNvPr id="0" name=""/>
        <dsp:cNvSpPr/>
      </dsp:nvSpPr>
      <dsp:spPr>
        <a:xfrm>
          <a:off x="0" y="1567545"/>
          <a:ext cx="10515600" cy="12536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CB57F-9AA6-4DC0-90CC-82EB1B3788BC}">
      <dsp:nvSpPr>
        <dsp:cNvPr id="0" name=""/>
        <dsp:cNvSpPr/>
      </dsp:nvSpPr>
      <dsp:spPr>
        <a:xfrm>
          <a:off x="379216" y="1849606"/>
          <a:ext cx="689484" cy="689484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22E8F-CDF5-4926-AE86-73F9E82E3ECE}">
      <dsp:nvSpPr>
        <dsp:cNvPr id="0" name=""/>
        <dsp:cNvSpPr/>
      </dsp:nvSpPr>
      <dsp:spPr>
        <a:xfrm>
          <a:off x="1447916" y="1567545"/>
          <a:ext cx="4732020" cy="1253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73" tIns="132673" rIns="132673" bIns="1326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Observational View Case</a:t>
          </a:r>
        </a:p>
      </dsp:txBody>
      <dsp:txXfrm>
        <a:off x="1447916" y="1567545"/>
        <a:ext cx="4732020" cy="1253607"/>
      </dsp:txXfrm>
    </dsp:sp>
    <dsp:sp modelId="{5022F7FE-B2D6-4EE5-A32A-3F407892EDA7}">
      <dsp:nvSpPr>
        <dsp:cNvPr id="0" name=""/>
        <dsp:cNvSpPr/>
      </dsp:nvSpPr>
      <dsp:spPr>
        <a:xfrm>
          <a:off x="6179936" y="1567545"/>
          <a:ext cx="4335663" cy="1253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73" tIns="132673" rIns="132673" bIns="13267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7"/>
            </a:rPr>
            <a:t>McKinsey Sample Case Question</a:t>
          </a:r>
          <a:endParaRPr lang="en-US" sz="1800" kern="1200"/>
        </a:p>
      </dsp:txBody>
      <dsp:txXfrm>
        <a:off x="6179936" y="1567545"/>
        <a:ext cx="4335663" cy="1253607"/>
      </dsp:txXfrm>
    </dsp:sp>
    <dsp:sp modelId="{196DEEFA-4169-49C7-BBF3-40A24FD42A0F}">
      <dsp:nvSpPr>
        <dsp:cNvPr id="0" name=""/>
        <dsp:cNvSpPr/>
      </dsp:nvSpPr>
      <dsp:spPr>
        <a:xfrm>
          <a:off x="0" y="3134554"/>
          <a:ext cx="10515600" cy="12536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5BCD1-8889-4A26-A174-16BC3660F742}">
      <dsp:nvSpPr>
        <dsp:cNvPr id="0" name=""/>
        <dsp:cNvSpPr/>
      </dsp:nvSpPr>
      <dsp:spPr>
        <a:xfrm>
          <a:off x="379216" y="3416616"/>
          <a:ext cx="689484" cy="689484"/>
        </a:xfrm>
        <a:prstGeom prst="rect">
          <a:avLst/>
        </a:prstGeom>
        <a:blipFill>
          <a:blip xmlns:r="http://schemas.openxmlformats.org/officeDocument/2006/relationships"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5FADC-954E-4DB0-8908-0395EEBD0F13}">
      <dsp:nvSpPr>
        <dsp:cNvPr id="0" name=""/>
        <dsp:cNvSpPr/>
      </dsp:nvSpPr>
      <dsp:spPr>
        <a:xfrm>
          <a:off x="1447916" y="3134554"/>
          <a:ext cx="4732020" cy="1253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73" tIns="132673" rIns="132673" bIns="1326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Science Business Case Study Videos</a:t>
          </a:r>
        </a:p>
      </dsp:txBody>
      <dsp:txXfrm>
        <a:off x="1447916" y="3134554"/>
        <a:ext cx="4732020" cy="1253607"/>
      </dsp:txXfrm>
    </dsp:sp>
    <dsp:sp modelId="{82998D8A-4602-45CC-99FB-C90D695A66C9}">
      <dsp:nvSpPr>
        <dsp:cNvPr id="0" name=""/>
        <dsp:cNvSpPr/>
      </dsp:nvSpPr>
      <dsp:spPr>
        <a:xfrm>
          <a:off x="6179936" y="3134554"/>
          <a:ext cx="4335663" cy="1253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73" tIns="132673" rIns="132673" bIns="13267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10"/>
            </a:rPr>
            <a:t>Netflix Pricing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11"/>
            </a:rPr>
            <a:t>Walmart Pricing Algorithm </a:t>
          </a:r>
          <a:endParaRPr lang="en-US" sz="1800" kern="1200"/>
        </a:p>
      </dsp:txBody>
      <dsp:txXfrm>
        <a:off x="6179936" y="3134554"/>
        <a:ext cx="4335663" cy="12536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949E1-A8F1-4CFD-999F-CE71C79EB122}">
      <dsp:nvSpPr>
        <dsp:cNvPr id="0" name=""/>
        <dsp:cNvSpPr/>
      </dsp:nvSpPr>
      <dsp:spPr>
        <a:xfrm>
          <a:off x="0" y="0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3A2DE-A651-4A90-8646-407E3F1F339D}">
      <dsp:nvSpPr>
        <dsp:cNvPr id="0" name=""/>
        <dsp:cNvSpPr/>
      </dsp:nvSpPr>
      <dsp:spPr>
        <a:xfrm>
          <a:off x="0" y="0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Version Control:</a:t>
          </a:r>
          <a:r>
            <a:rPr lang="en-US" sz="2900" b="0" i="0" kern="1200" baseline="0" dirty="0"/>
            <a:t> A tool that tracks changes made to files, allows people to revert to previous versions  </a:t>
          </a:r>
          <a:endParaRPr lang="en-US" sz="2900" kern="1200" dirty="0"/>
        </a:p>
      </dsp:txBody>
      <dsp:txXfrm>
        <a:off x="0" y="0"/>
        <a:ext cx="9408886" cy="1002706"/>
      </dsp:txXfrm>
    </dsp:sp>
    <dsp:sp modelId="{B495D396-D9E5-4B29-814F-AD665B170E8C}">
      <dsp:nvSpPr>
        <dsp:cNvPr id="0" name=""/>
        <dsp:cNvSpPr/>
      </dsp:nvSpPr>
      <dsp:spPr>
        <a:xfrm>
          <a:off x="0" y="1002706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8F6CB-0DB2-4101-BB2E-8688C84CB480}">
      <dsp:nvSpPr>
        <dsp:cNvPr id="0" name=""/>
        <dsp:cNvSpPr/>
      </dsp:nvSpPr>
      <dsp:spPr>
        <a:xfrm>
          <a:off x="0" y="1002706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Cloud Hosting:</a:t>
          </a:r>
          <a:r>
            <a:rPr lang="en-US" sz="2900" b="0" i="0" kern="1200" baseline="0" dirty="0"/>
            <a:t> Access repositories from anywhere</a:t>
          </a:r>
          <a:endParaRPr lang="en-US" sz="2900" kern="1200" dirty="0"/>
        </a:p>
      </dsp:txBody>
      <dsp:txXfrm>
        <a:off x="0" y="1002706"/>
        <a:ext cx="9408886" cy="1002706"/>
      </dsp:txXfrm>
    </dsp:sp>
    <dsp:sp modelId="{F80F399F-C013-4367-B231-13FB5A9C07EB}">
      <dsp:nvSpPr>
        <dsp:cNvPr id="0" name=""/>
        <dsp:cNvSpPr/>
      </dsp:nvSpPr>
      <dsp:spPr>
        <a:xfrm>
          <a:off x="0" y="2005412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B923A-E2D3-47D3-9C75-2A9ADD3703CC}">
      <dsp:nvSpPr>
        <dsp:cNvPr id="0" name=""/>
        <dsp:cNvSpPr/>
      </dsp:nvSpPr>
      <dsp:spPr>
        <a:xfrm>
          <a:off x="0" y="2005412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Collaboration:</a:t>
          </a:r>
          <a:r>
            <a:rPr lang="en-US" sz="2900" b="0" i="0" kern="1200" baseline="0" dirty="0"/>
            <a:t> Easy for teams to work together</a:t>
          </a:r>
          <a:endParaRPr lang="en-US" sz="2900" kern="1200" dirty="0"/>
        </a:p>
      </dsp:txBody>
      <dsp:txXfrm>
        <a:off x="0" y="2005412"/>
        <a:ext cx="9408886" cy="1002706"/>
      </dsp:txXfrm>
    </dsp:sp>
    <dsp:sp modelId="{03076A9D-998A-40EB-A189-DB88CC1B4AF9}">
      <dsp:nvSpPr>
        <dsp:cNvPr id="0" name=""/>
        <dsp:cNvSpPr/>
      </dsp:nvSpPr>
      <dsp:spPr>
        <a:xfrm>
          <a:off x="0" y="3008118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127AC-8350-4B23-8DA5-4EFF9A1C7D6A}">
      <dsp:nvSpPr>
        <dsp:cNvPr id="0" name=""/>
        <dsp:cNvSpPr/>
      </dsp:nvSpPr>
      <dsp:spPr>
        <a:xfrm>
          <a:off x="0" y="3008118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Organization</a:t>
          </a:r>
          <a:r>
            <a:rPr lang="en-US" sz="2900" b="0" i="0" kern="1200" baseline="0" dirty="0"/>
            <a:t>: Projects are organized into repositories</a:t>
          </a:r>
          <a:endParaRPr lang="en-US" sz="2900" kern="1200" dirty="0"/>
        </a:p>
      </dsp:txBody>
      <dsp:txXfrm>
        <a:off x="0" y="3008118"/>
        <a:ext cx="9408886" cy="1002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3C74F-84FA-40FE-AA88-DF996BE2DF3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98FDF-C748-437B-A135-3C1F22F0C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0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677626"/>
            <a:ext cx="9144000" cy="1843238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Right Here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574783"/>
            <a:ext cx="9144000" cy="40746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4952307"/>
            <a:ext cx="9144000" cy="46310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0556" y="1774218"/>
            <a:ext cx="868417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7" y="2339665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3BE6AB2-3490-2748-9E67-B0D1C9E9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312" y="0"/>
            <a:ext cx="2693773" cy="9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7907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677626"/>
            <a:ext cx="9144000" cy="992326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3557929"/>
            <a:ext cx="9144000" cy="40746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SUBTITLE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7" y="2450876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0357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677626"/>
            <a:ext cx="9144000" cy="992326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3627502"/>
            <a:ext cx="9144000" cy="40746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SUBTITLE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7" y="2450876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1517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Phot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5FFEA7CF-83E7-764C-ABBA-82BBDBDAEC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5B506F-BBA1-9842-893B-0EB9BFBD1D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2633" y="2393895"/>
            <a:ext cx="3624710" cy="553998"/>
          </a:xfrm>
          <a:solidFill>
            <a:schemeClr val="accent1"/>
          </a:solidFill>
        </p:spPr>
        <p:txBody>
          <a:bodyPr vert="horz" wrap="none" lIns="91440" anchor="ctr" anchorCtr="0">
            <a:spAutoFit/>
          </a:bodyPr>
          <a:lstStyle>
            <a:lvl1pPr marL="0" indent="0">
              <a:buNone/>
              <a:defRPr sz="30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79809807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6EBBA0-2B0E-FB4D-B3E3-D6D8CFD2D304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689"/>
            <a:ext cx="10515600" cy="4388698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  <a:lvl2pPr marL="5143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  <a:lvl3pPr marL="8572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3pPr>
            <a:lvl4pPr marL="12001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4pPr>
            <a:lvl5pPr marL="15430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BDC48E3-2023-0242-985D-69E25BFFF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838201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111DF5C-863B-494F-85BE-A436C8203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479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6EBBA0-2B0E-FB4D-B3E3-D6D8CFD2D304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059" y="365127"/>
            <a:ext cx="10515600" cy="1331865"/>
          </a:xfrm>
        </p:spPr>
        <p:txBody>
          <a:bodyPr/>
          <a:lstStyle/>
          <a:p>
            <a:r>
              <a:rPr lang="en-US" dirty="0"/>
              <a:t>Click to edit Master title style </a:t>
            </a:r>
            <a:br>
              <a:rPr lang="en-US" dirty="0"/>
            </a:br>
            <a:r>
              <a:rPr lang="en-US" dirty="0"/>
              <a:t>that runs to two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7101"/>
            <a:ext cx="10515600" cy="4018000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  <a:lvl2pPr marL="5143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  <a:lvl3pPr marL="8572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3pPr>
            <a:lvl4pPr marL="12001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4pPr>
            <a:lvl5pPr marL="15430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838201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009528C-DB51-A24D-915E-2E04DFCB9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49DAA7-4BE1-B748-9C7B-DA63BD0E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792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8E5D18-D14C-2E49-8475-3B6767E2DE9A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88"/>
            <a:ext cx="5562600" cy="3923407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2EEDE3-0B18-E049-BE23-974E50C729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1961" y="1"/>
            <a:ext cx="5636743" cy="638377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CFD86F-631F-DB40-8919-BA8E20BF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58" y="365127"/>
            <a:ext cx="5636743" cy="13318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458B34-F735-D249-820C-C797A1F1FED6}"/>
              </a:ext>
            </a:extLst>
          </p:cNvPr>
          <p:cNvCxnSpPr>
            <a:cxnSpLocks/>
          </p:cNvCxnSpPr>
          <p:nvPr/>
        </p:nvCxnSpPr>
        <p:spPr>
          <a:xfrm>
            <a:off x="838201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01F0FA0-1F46-E043-AE59-E85747041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DB5E60-3D00-2445-93A3-D52213C51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7010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D99024-F68B-C04C-A2AC-E78D62D8E79D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5CE386-BEFE-FE49-A675-D93BEDF680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3244" y="2855784"/>
            <a:ext cx="5098757" cy="353793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icon to add picture 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4FCC643-718F-7645-8F8D-0BFC94D0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93243" y="0"/>
            <a:ext cx="2527836" cy="28176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1C31617-CC11-4C42-B6D0-164DF6AFBF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69371" y="0"/>
            <a:ext cx="2527836" cy="28176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524483D-CFE3-E34D-BB74-CEDD54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2" y="365127"/>
            <a:ext cx="5636743" cy="13318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8F420-DDD1-5E4A-9513-EAE252D759FE}"/>
              </a:ext>
            </a:extLst>
          </p:cNvPr>
          <p:cNvCxnSpPr>
            <a:cxnSpLocks/>
          </p:cNvCxnSpPr>
          <p:nvPr/>
        </p:nvCxnSpPr>
        <p:spPr>
          <a:xfrm>
            <a:off x="838201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D1D7B4-E242-C142-8F5F-F3301CC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88"/>
            <a:ext cx="5562600" cy="3923407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7E0904-C0C0-C444-8526-10F5A0BCC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C05709-C64C-4E48-ADA0-05F2402F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26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6EBBA0-2B0E-FB4D-B3E3-D6D8CFD2D304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838201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F1F65E7-1CB7-3D42-91A9-88DA4E58EB0E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39347" y="1570038"/>
            <a:ext cx="10515600" cy="41148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D72E00-D5A0-3949-A13A-E74226E1A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A12B3D-5C17-A448-B655-A9DD7C2E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2108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533B8E-DBF3-664D-901D-8735DE775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3367174"/>
            <a:ext cx="9144000" cy="1843238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Closing Slide Header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D36833F-B2C7-1C49-9947-A60C1ACB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0556" y="2463766"/>
            <a:ext cx="868417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/>
        </p:nvCxnSpPr>
        <p:spPr>
          <a:xfrm>
            <a:off x="974127" y="3029213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A153940-985B-0343-8AA0-962B6459B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312" y="0"/>
            <a:ext cx="2693773" cy="9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1030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5269D8-9185-4B4A-BBD8-98902D1A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87" y="1875184"/>
            <a:ext cx="8287027" cy="310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500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ptagon 8"/>
          <p:cNvSpPr/>
          <p:nvPr userDrawn="1"/>
        </p:nvSpPr>
        <p:spPr>
          <a:xfrm rot="20807991">
            <a:off x="2277002" y="1521427"/>
            <a:ext cx="4855097" cy="3641323"/>
          </a:xfrm>
          <a:prstGeom prst="heptagon">
            <a:avLst/>
          </a:prstGeom>
          <a:solidFill>
            <a:srgbClr val="FD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Heptagon 9"/>
          <p:cNvSpPr/>
          <p:nvPr userDrawn="1"/>
        </p:nvSpPr>
        <p:spPr>
          <a:xfrm rot="20807991">
            <a:off x="4968287" y="1521429"/>
            <a:ext cx="4855097" cy="3641323"/>
          </a:xfrm>
          <a:prstGeom prst="heptagon">
            <a:avLst/>
          </a:prstGeom>
          <a:solidFill>
            <a:srgbClr val="FFE900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496879" y="2449108"/>
            <a:ext cx="73843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u="sng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2496879" y="3994666"/>
            <a:ext cx="7384311" cy="385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62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 Op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/>
          <p:cNvSpPr/>
          <p:nvPr userDrawn="1"/>
        </p:nvSpPr>
        <p:spPr>
          <a:xfrm>
            <a:off x="2211570" y="1499192"/>
            <a:ext cx="4560185" cy="3795823"/>
          </a:xfrm>
          <a:prstGeom prst="parallelogram">
            <a:avLst/>
          </a:prstGeom>
          <a:solidFill>
            <a:srgbClr val="FD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Parallelogram 6"/>
          <p:cNvSpPr/>
          <p:nvPr userDrawn="1"/>
        </p:nvSpPr>
        <p:spPr>
          <a:xfrm>
            <a:off x="5632892" y="1499192"/>
            <a:ext cx="4560185" cy="3795823"/>
          </a:xfrm>
          <a:prstGeom prst="parallelogram">
            <a:avLst/>
          </a:pr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048000" y="2477386"/>
            <a:ext cx="6308651" cy="1898531"/>
          </a:xfrm>
        </p:spPr>
        <p:txBody>
          <a:bodyPr anchor="ctr" anchorCtr="0">
            <a:noAutofit/>
          </a:bodyPr>
          <a:lstStyle>
            <a:lvl1pPr algn="ctr">
              <a:defRPr sz="4000" u="sng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2035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 Option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/>
          <p:cNvSpPr/>
          <p:nvPr userDrawn="1"/>
        </p:nvSpPr>
        <p:spPr>
          <a:xfrm>
            <a:off x="5174418" y="1727792"/>
            <a:ext cx="3892061" cy="3521217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6" name="Chevron 5"/>
          <p:cNvSpPr/>
          <p:nvPr userDrawn="1"/>
        </p:nvSpPr>
        <p:spPr>
          <a:xfrm>
            <a:off x="3228387" y="1727792"/>
            <a:ext cx="3892061" cy="3521217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048000" y="2477386"/>
            <a:ext cx="6308651" cy="1898531"/>
          </a:xfrm>
        </p:spPr>
        <p:txBody>
          <a:bodyPr anchor="ctr" anchorCtr="0">
            <a:noAutofit/>
          </a:bodyPr>
          <a:lstStyle>
            <a:lvl1pPr algn="ctr">
              <a:defRPr sz="4000" u="sng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2977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 Option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 userDrawn="1"/>
        </p:nvSpPr>
        <p:spPr>
          <a:xfrm rot="20807991">
            <a:off x="2277002" y="1521427"/>
            <a:ext cx="4855097" cy="3641323"/>
          </a:xfrm>
          <a:prstGeom prst="heptagon">
            <a:avLst/>
          </a:prstGeom>
          <a:solidFill>
            <a:srgbClr val="FD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Heptagon 5"/>
          <p:cNvSpPr/>
          <p:nvPr userDrawn="1"/>
        </p:nvSpPr>
        <p:spPr>
          <a:xfrm rot="20807991">
            <a:off x="4968287" y="1521429"/>
            <a:ext cx="4855097" cy="3641323"/>
          </a:xfrm>
          <a:prstGeom prst="heptagon">
            <a:avLst/>
          </a:prstGeom>
          <a:solidFill>
            <a:srgbClr val="FFE900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502199" y="2477386"/>
            <a:ext cx="7166341" cy="1898531"/>
          </a:xfrm>
        </p:spPr>
        <p:txBody>
          <a:bodyPr anchor="ctr" anchorCtr="0">
            <a:noAutofit/>
          </a:bodyPr>
          <a:lstStyle>
            <a:lvl1pPr algn="ctr">
              <a:defRPr sz="4000" u="sng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873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279219" y="-257381"/>
            <a:ext cx="4441655" cy="3184011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6889898" y="2865034"/>
            <a:ext cx="5830977" cy="4343840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8279219" y="-257381"/>
            <a:ext cx="4441655" cy="3184011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H="1">
            <a:off x="6889898" y="2865034"/>
            <a:ext cx="5830977" cy="4343840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64019" y="2915996"/>
            <a:ext cx="9441712" cy="1848317"/>
          </a:xfrm>
        </p:spPr>
        <p:txBody>
          <a:bodyPr anchor="t">
            <a:noAutofit/>
          </a:bodyPr>
          <a:lstStyle>
            <a:lvl1pPr algn="l">
              <a:defRPr sz="3600" u="sng">
                <a:ln>
                  <a:noFill/>
                </a:ln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401561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89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ts.uiowa.edu/linkedin-learning" TargetMode="External"/><Relationship Id="rId2" Type="http://schemas.openxmlformats.org/officeDocument/2006/relationships/hyperlink" Target="https://www.youtube.com/watch?v=a9u2yZvsqHA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skills.github.com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tinearens.github.io/testpage-main/" TargetMode="External"/><Relationship Id="rId2" Type="http://schemas.openxmlformats.org/officeDocument/2006/relationships/hyperlink" Target="https://github.com/kristinearens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stinearens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roegeranna/" TargetMode="External"/><Relationship Id="rId2" Type="http://schemas.openxmlformats.org/officeDocument/2006/relationships/hyperlink" Target="https://www.linkedin.com/in/brandonrmiller/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linkedin.com/in/brandonrollinger/" TargetMode="External"/><Relationship Id="rId4" Type="http://schemas.openxmlformats.org/officeDocument/2006/relationships/hyperlink" Target="https://www.linkedin.com/in/lewisvanderwaal/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5 – Case Interviews and GitHub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Preparation Steps for a Career or Internship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Feb. 20, 2026</a:t>
            </a:r>
          </a:p>
        </p:txBody>
      </p:sp>
    </p:spTree>
    <p:extLst>
      <p:ext uri="{BB962C8B-B14F-4D97-AF65-F5344CB8AC3E}">
        <p14:creationId xmlns:p14="http://schemas.microsoft.com/office/powerpoint/2010/main" val="3844926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E7BD-FE90-4B8B-BEDE-00C93B23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7C6F8-85C1-4044-8E8B-343B67CF2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Interviews</a:t>
            </a:r>
          </a:p>
          <a:p>
            <a:r>
              <a:rPr lang="en-US" dirty="0"/>
              <a:t>GitHub</a:t>
            </a:r>
          </a:p>
          <a:p>
            <a:r>
              <a:rPr lang="en-US" dirty="0"/>
              <a:t>Next Week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73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Interviews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 you think on the fly?</a:t>
            </a:r>
          </a:p>
        </p:txBody>
      </p:sp>
      <p:pic>
        <p:nvPicPr>
          <p:cNvPr id="1026" name="Picture 2" descr="PrepLounge.com | Stress questions">
            <a:extLst>
              <a:ext uri="{FF2B5EF4-FFF2-40B4-BE49-F238E27FC236}">
                <a16:creationId xmlns:a16="http://schemas.microsoft.com/office/drawing/2014/main" id="{4252BA2A-4D9A-5EDE-4857-B333AF010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51014"/>
            <a:ext cx="4762500" cy="47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18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0246-0C15-47AC-A433-45A1D34F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Interviews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EAF5D-E8EB-46FA-8221-E39FA5119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Franklin Gothic Book" panose="020B0503020102020204" pitchFamily="34" charset="0"/>
              </a:rPr>
              <a:t>What is a case?</a:t>
            </a:r>
          </a:p>
          <a:p>
            <a:r>
              <a:rPr lang="en-US" sz="2800" dirty="0">
                <a:latin typeface="Franklin Gothic Book" panose="020B0503020102020204" pitchFamily="34" charset="0"/>
              </a:rPr>
              <a:t>Simply – A verbal analysis of a business question</a:t>
            </a:r>
          </a:p>
          <a:p>
            <a:endParaRPr lang="en-US" sz="2800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Franklin Gothic Book" panose="020B0503020102020204" pitchFamily="34" charset="0"/>
              </a:rPr>
              <a:t>Why do companies use case interviews?</a:t>
            </a:r>
            <a:endParaRPr lang="en-US" sz="2800" dirty="0">
              <a:latin typeface="Franklin Gothic Book" panose="020B0503020102020204" pitchFamily="34" charset="0"/>
            </a:endParaRPr>
          </a:p>
          <a:p>
            <a:r>
              <a:rPr lang="en-US" sz="2800" dirty="0">
                <a:latin typeface="Franklin Gothic Book" panose="020B0503020102020204" pitchFamily="34" charset="0"/>
              </a:rPr>
              <a:t>Allows company to see your thought process</a:t>
            </a:r>
          </a:p>
          <a:p>
            <a:r>
              <a:rPr lang="en-US" sz="2800" dirty="0">
                <a:latin typeface="Franklin Gothic Book" panose="020B0503020102020204" pitchFamily="34" charset="0"/>
              </a:rPr>
              <a:t>Showcases your analytical and creative abilities</a:t>
            </a:r>
          </a:p>
          <a:p>
            <a:r>
              <a:rPr lang="en-US" sz="2800" dirty="0">
                <a:latin typeface="Franklin Gothic Book" panose="020B0503020102020204" pitchFamily="34" charset="0"/>
              </a:rPr>
              <a:t>Tests your ability to think quickly (on-the-fly)</a:t>
            </a:r>
          </a:p>
          <a:p>
            <a:endParaRPr lang="en-US" sz="2800" dirty="0">
              <a:solidFill>
                <a:srgbClr val="55565A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949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E707-17E5-4E55-86DB-E56A6027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 anchor="ctr">
            <a:normAutofit/>
          </a:bodyPr>
          <a:lstStyle/>
          <a:p>
            <a:r>
              <a:rPr lang="en-US" dirty="0"/>
              <a:t>Types of Case Interviews</a:t>
            </a:r>
          </a:p>
        </p:txBody>
      </p:sp>
      <p:graphicFrame>
        <p:nvGraphicFramePr>
          <p:cNvPr id="5" name="Content Placeholder 4" descr="Types of Case Interviews - open-ended, structured, paper-driven">
            <a:extLst>
              <a:ext uri="{FF2B5EF4-FFF2-40B4-BE49-F238E27FC236}">
                <a16:creationId xmlns:a16="http://schemas.microsoft.com/office/drawing/2014/main" id="{AA07C40A-9557-4350-9B8E-F7D5FDF754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68052" y="1515489"/>
          <a:ext cx="10515600" cy="4772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431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E50A-EA59-406E-9965-CC0DD1DA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Case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15BEE-AA1D-4D3D-88AD-F6A9352C8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Must talk through your thought process out loud</a:t>
            </a:r>
          </a:p>
          <a:p>
            <a:r>
              <a:rPr lang="en-US" sz="2800" dirty="0"/>
              <a:t>Only 1 -2 “quiet” pauses during process </a:t>
            </a:r>
          </a:p>
          <a:p>
            <a:r>
              <a:rPr lang="en-US" sz="2800" dirty="0"/>
              <a:t>Generally, 20 – 30 min long</a:t>
            </a:r>
          </a:p>
          <a:p>
            <a:r>
              <a:rPr lang="en-US" sz="2800" dirty="0"/>
              <a:t>Timing:</a:t>
            </a:r>
          </a:p>
          <a:p>
            <a:pPr lvl="1"/>
            <a:r>
              <a:rPr lang="en-US" sz="2400" dirty="0"/>
              <a:t>5-10 min for understanding the problem (stage 1) and creating a structure (stage 2)</a:t>
            </a:r>
          </a:p>
          <a:p>
            <a:pPr lvl="1"/>
            <a:r>
              <a:rPr lang="en-US" sz="2400" dirty="0"/>
              <a:t>5–10 min for conducting analysis (stage 3)</a:t>
            </a:r>
          </a:p>
          <a:p>
            <a:pPr lvl="1"/>
            <a:r>
              <a:rPr lang="en-US" sz="2400" dirty="0"/>
              <a:t>3 min for conclusion and recommendation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Note: Remaining time used by interviewer providing information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9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356F-D64A-4E0F-AA7C-31F88422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a Case – Stage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BACED-6311-4055-AD44-911A0AA3F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1.  Understand the Problem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Listen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Take quick notes – bullets w/1-3 words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Ask clarifying questions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Repeat what you heard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Confirm information provided</a:t>
            </a:r>
          </a:p>
        </p:txBody>
      </p:sp>
      <p:pic>
        <p:nvPicPr>
          <p:cNvPr id="5" name="Graphic 4" descr="Head with gears">
            <a:extLst>
              <a:ext uri="{FF2B5EF4-FFF2-40B4-BE49-F238E27FC236}">
                <a16:creationId xmlns:a16="http://schemas.microsoft.com/office/drawing/2014/main" id="{D0B28926-DC86-4E02-AECD-B8E5CE7B5A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5815" y="4471257"/>
            <a:ext cx="1509130" cy="150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356F-D64A-4E0F-AA7C-31F88422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a Case – Stage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BACED-6311-4055-AD44-911A0AA3F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45" y="1531490"/>
            <a:ext cx="9580312" cy="455073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2.  </a:t>
            </a:r>
            <a:r>
              <a:rPr lang="en-US" sz="3600" dirty="0"/>
              <a:t>Develop Structured Approach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Ask for a moment to gather thoughts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Outline approach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Create list of hypotheses and considerations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Discuss approach with interviewer</a:t>
            </a:r>
          </a:p>
        </p:txBody>
      </p:sp>
    </p:spTree>
    <p:extLst>
      <p:ext uri="{BB962C8B-B14F-4D97-AF65-F5344CB8AC3E}">
        <p14:creationId xmlns:p14="http://schemas.microsoft.com/office/powerpoint/2010/main" val="219979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356F-D64A-4E0F-AA7C-31F88422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a Case – Stage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BACED-6311-4055-AD44-911A0AA3F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1689"/>
            <a:ext cx="10091058" cy="4388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3.  </a:t>
            </a:r>
            <a:r>
              <a:rPr lang="en-US" sz="3600" dirty="0"/>
              <a:t>Conduct Analysis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Ask questions to validate hypotheses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Discuss global considerations and industry trends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Use feedback to guide analysis and recommendations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Perform calculations, if requested</a:t>
            </a:r>
          </a:p>
        </p:txBody>
      </p:sp>
      <p:pic>
        <p:nvPicPr>
          <p:cNvPr id="5" name="Graphic 4" descr="Magnifying glass">
            <a:extLst>
              <a:ext uri="{FF2B5EF4-FFF2-40B4-BE49-F238E27FC236}">
                <a16:creationId xmlns:a16="http://schemas.microsoft.com/office/drawing/2014/main" id="{5F2A5565-6E9F-4BFA-817E-C04DB0D456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5040" y="4471627"/>
            <a:ext cx="150876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57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356F-D64A-4E0F-AA7C-31F88422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a Case – Stage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BACED-6311-4055-AD44-911A0AA3F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4.  Summarize and Recommend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Repeat key issues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 Answer original question(s)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Provide conclusion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200" dirty="0"/>
              <a:t>Provide recommendation based on data and analysis</a:t>
            </a:r>
          </a:p>
        </p:txBody>
      </p:sp>
    </p:spTree>
    <p:extLst>
      <p:ext uri="{BB962C8B-B14F-4D97-AF65-F5344CB8AC3E}">
        <p14:creationId xmlns:p14="http://schemas.microsoft.com/office/powerpoint/2010/main" val="1080627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95AD-8AB4-4BB4-8A47-2BE2B93B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Practice a Case Interview</a:t>
            </a:r>
          </a:p>
        </p:txBody>
      </p:sp>
      <p:graphicFrame>
        <p:nvGraphicFramePr>
          <p:cNvPr id="13" name="TextBox 6" descr="Let's practice a case interview">
            <a:extLst>
              <a:ext uri="{FF2B5EF4-FFF2-40B4-BE49-F238E27FC236}">
                <a16:creationId xmlns:a16="http://schemas.microsoft.com/office/drawing/2014/main" id="{9EA528AA-C1E9-8C93-EA2C-973CDCCFB1B9}"/>
              </a:ext>
            </a:extLst>
          </p:cNvPr>
          <p:cNvGraphicFramePr/>
          <p:nvPr/>
        </p:nvGraphicFramePr>
        <p:xfrm>
          <a:off x="739346" y="1570037"/>
          <a:ext cx="11072697" cy="4530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0493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95AD-8AB4-4BB4-8A47-2BE2B93B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Case Worksheet</a:t>
            </a:r>
          </a:p>
        </p:txBody>
      </p:sp>
      <p:pic>
        <p:nvPicPr>
          <p:cNvPr id="9" name="Content Placeholder 8" descr="Image of T-worksheet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0341"/>
          <a:stretch/>
        </p:blipFill>
        <p:spPr>
          <a:xfrm>
            <a:off x="2988059" y="1071763"/>
            <a:ext cx="7968681" cy="532894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9273F54-29D0-4470-A84B-7176B0D5227A}"/>
              </a:ext>
            </a:extLst>
          </p:cNvPr>
          <p:cNvSpPr/>
          <p:nvPr/>
        </p:nvSpPr>
        <p:spPr>
          <a:xfrm>
            <a:off x="739345" y="4657725"/>
            <a:ext cx="1878763" cy="102821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Problem(s) to Solve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A3D60F7C-490D-469D-921A-35A1F155668F}"/>
              </a:ext>
            </a:extLst>
          </p:cNvPr>
          <p:cNvSpPr/>
          <p:nvPr/>
        </p:nvSpPr>
        <p:spPr>
          <a:xfrm>
            <a:off x="9709694" y="1940852"/>
            <a:ext cx="1777456" cy="1068062"/>
          </a:xfrm>
          <a:prstGeom prst="lef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Process and Plan</a:t>
            </a:r>
          </a:p>
        </p:txBody>
      </p:sp>
      <p:sp>
        <p:nvSpPr>
          <p:cNvPr id="8" name="Arrow: Right 3">
            <a:extLst>
              <a:ext uri="{FF2B5EF4-FFF2-40B4-BE49-F238E27FC236}">
                <a16:creationId xmlns:a16="http://schemas.microsoft.com/office/drawing/2014/main" id="{E9273F54-29D0-4470-A84B-7176B0D5227A}"/>
              </a:ext>
            </a:extLst>
          </p:cNvPr>
          <p:cNvSpPr/>
          <p:nvPr/>
        </p:nvSpPr>
        <p:spPr>
          <a:xfrm>
            <a:off x="739345" y="2028825"/>
            <a:ext cx="1991512" cy="115905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Information Provided</a:t>
            </a:r>
          </a:p>
        </p:txBody>
      </p:sp>
    </p:spTree>
    <p:extLst>
      <p:ext uri="{BB962C8B-B14F-4D97-AF65-F5344CB8AC3E}">
        <p14:creationId xmlns:p14="http://schemas.microsoft.com/office/powerpoint/2010/main" val="483762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FE4209-71E5-252E-185A-70CAF23C3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15581" b="329"/>
          <a:stretch/>
        </p:blipFill>
        <p:spPr>
          <a:xfrm>
            <a:off x="6406819" y="116113"/>
            <a:ext cx="5636743" cy="6267661"/>
          </a:xfrm>
          <a:prstGeom prst="rect">
            <a:avLst/>
          </a:prstGeom>
          <a:noFill/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CAEB64CC-F6FB-06E2-E2A6-15B71DE6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58" y="365127"/>
            <a:ext cx="5636743" cy="1331865"/>
          </a:xfrm>
        </p:spPr>
        <p:txBody>
          <a:bodyPr/>
          <a:lstStyle/>
          <a:p>
            <a:r>
              <a:rPr lang="en-US" dirty="0"/>
              <a:t>Remember This!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791E4660-4845-60FA-801A-D1BF4B6DE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88"/>
            <a:ext cx="5562600" cy="3923407"/>
          </a:xfrm>
        </p:spPr>
        <p:txBody>
          <a:bodyPr/>
          <a:lstStyle/>
          <a:p>
            <a:r>
              <a:rPr lang="en-US" sz="2400" dirty="0"/>
              <a:t>No calculators!  </a:t>
            </a:r>
          </a:p>
          <a:p>
            <a:r>
              <a:rPr lang="en-US" sz="2400" dirty="0"/>
              <a:t>Estimate using easy to calculate numbers</a:t>
            </a:r>
          </a:p>
          <a:p>
            <a:r>
              <a:rPr lang="en-US" sz="2400" dirty="0"/>
              <a:t>Think in 3’s for Ideas and Sub-bullets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61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A94B-4BAA-0C3A-402B-39A7D8F3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We Use This Process!!</a:t>
            </a:r>
          </a:p>
        </p:txBody>
      </p:sp>
      <p:pic>
        <p:nvPicPr>
          <p:cNvPr id="1026" name="Picture 2" descr="The best Thoughts memes :) Memedroid">
            <a:extLst>
              <a:ext uri="{FF2B5EF4-FFF2-40B4-BE49-F238E27FC236}">
                <a16:creationId xmlns:a16="http://schemas.microsoft.com/office/drawing/2014/main" id="{E2EAED57-39CF-B55A-BE6B-50350898A4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8324" y="1031059"/>
            <a:ext cx="4989618" cy="492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ou Forgot At Work? - Water Cooler ...">
            <a:extLst>
              <a:ext uri="{FF2B5EF4-FFF2-40B4-BE49-F238E27FC236}">
                <a16:creationId xmlns:a16="http://schemas.microsoft.com/office/drawing/2014/main" id="{C14019B5-85CD-CC5E-637F-2A5CA4914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43" y="2742503"/>
            <a:ext cx="4275818" cy="294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914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 anchor="ctr">
            <a:normAutofit/>
          </a:bodyPr>
          <a:lstStyle/>
          <a:p>
            <a:r>
              <a:rPr lang="en-US" dirty="0"/>
              <a:t>Case Interview Practice Samples</a:t>
            </a:r>
          </a:p>
        </p:txBody>
      </p:sp>
      <p:graphicFrame>
        <p:nvGraphicFramePr>
          <p:cNvPr id="7" name="Content Placeholder 2" descr="Case Interview Practice websites">
            <a:extLst>
              <a:ext uri="{FF2B5EF4-FFF2-40B4-BE49-F238E27FC236}">
                <a16:creationId xmlns:a16="http://schemas.microsoft.com/office/drawing/2014/main" id="{1A6BBFE0-DF8B-FF10-37A6-2844CED871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91689"/>
          <a:ext cx="10515600" cy="4388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0637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 anchor="ctr">
            <a:normAutofit/>
          </a:bodyPr>
          <a:lstStyle/>
          <a:p>
            <a:r>
              <a:rPr lang="en-US" dirty="0"/>
              <a:t>More Case Interview Examples</a:t>
            </a:r>
          </a:p>
        </p:txBody>
      </p:sp>
      <p:graphicFrame>
        <p:nvGraphicFramePr>
          <p:cNvPr id="5" name="Content Placeholder 2" descr="More Case Interview Sites">
            <a:extLst>
              <a:ext uri="{FF2B5EF4-FFF2-40B4-BE49-F238E27FC236}">
                <a16:creationId xmlns:a16="http://schemas.microsoft.com/office/drawing/2014/main" id="{A4E525D7-FDDD-E57E-1AAE-45A133CFAB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91689"/>
          <a:ext cx="10515600" cy="4388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9249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296" y="2774445"/>
            <a:ext cx="10515600" cy="43886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Now, let’s give it a try!</a:t>
            </a:r>
          </a:p>
        </p:txBody>
      </p:sp>
    </p:spTree>
    <p:extLst>
      <p:ext uri="{BB962C8B-B14F-4D97-AF65-F5344CB8AC3E}">
        <p14:creationId xmlns:p14="http://schemas.microsoft.com/office/powerpoint/2010/main" val="1579094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 on your resume</a:t>
            </a:r>
          </a:p>
        </p:txBody>
      </p:sp>
    </p:spTree>
    <p:extLst>
      <p:ext uri="{BB962C8B-B14F-4D97-AF65-F5344CB8AC3E}">
        <p14:creationId xmlns:p14="http://schemas.microsoft.com/office/powerpoint/2010/main" val="2698248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AE19D5A-9A2E-E51F-EA69-4C88C885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>
            <a:noAutofit/>
          </a:bodyPr>
          <a:lstStyle/>
          <a:p>
            <a:r>
              <a:rPr lang="en-US" i="0" baseline="0" dirty="0"/>
              <a:t>Key Aspects of GitHub</a:t>
            </a:r>
            <a:endParaRPr lang="en-US" dirty="0"/>
          </a:p>
        </p:txBody>
      </p:sp>
      <p:graphicFrame>
        <p:nvGraphicFramePr>
          <p:cNvPr id="6" name="Rectangle 1" descr="Table says - Version Control, Cloud Hosting, Collaboration, Organization">
            <a:extLst>
              <a:ext uri="{FF2B5EF4-FFF2-40B4-BE49-F238E27FC236}">
                <a16:creationId xmlns:a16="http://schemas.microsoft.com/office/drawing/2014/main" id="{8107FDEF-0F17-7B92-D102-3E65FD728F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656988"/>
              </p:ext>
            </p:extLst>
          </p:nvPr>
        </p:nvGraphicFramePr>
        <p:xfrm>
          <a:off x="838200" y="1591689"/>
          <a:ext cx="9408886" cy="4010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github-logo">
            <a:extLst>
              <a:ext uri="{FF2B5EF4-FFF2-40B4-BE49-F238E27FC236}">
                <a16:creationId xmlns:a16="http://schemas.microsoft.com/office/drawing/2014/main" id="{D7A137EB-062D-C351-056F-73AC60D2C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831" y="3429000"/>
            <a:ext cx="2588169" cy="258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648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DA2A-9478-B682-9021-064F7A19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 anchor="ctr">
            <a:normAutofit/>
          </a:bodyPr>
          <a:lstStyle/>
          <a:p>
            <a:r>
              <a:rPr lang="en-US" dirty="0"/>
              <a:t>A Great Way to Showcase Your Skills!</a:t>
            </a:r>
          </a:p>
        </p:txBody>
      </p:sp>
      <p:pic>
        <p:nvPicPr>
          <p:cNvPr id="3076" name="Picture 4" descr="20 Best Skills to Put on Your Resume (With Examples) | FlexJobs">
            <a:extLst>
              <a:ext uri="{FF2B5EF4-FFF2-40B4-BE49-F238E27FC236}">
                <a16:creationId xmlns:a16="http://schemas.microsoft.com/office/drawing/2014/main" id="{AFB818A1-E885-4A31-C413-966BFF855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7302" y="1591689"/>
            <a:ext cx="8777396" cy="438869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20457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hlinkClick r:id="rId2"/>
              </a:rPr>
              <a:t>How to Use GitHub for Beginners</a:t>
            </a:r>
            <a:endParaRPr lang="en-US" dirty="0"/>
          </a:p>
          <a:p>
            <a:r>
              <a:rPr lang="en-US" dirty="0"/>
              <a:t>Learn more through:</a:t>
            </a:r>
          </a:p>
          <a:p>
            <a:pPr lvl="1"/>
            <a:r>
              <a:rPr lang="en-US" dirty="0">
                <a:hlinkClick r:id="rId3"/>
              </a:rPr>
              <a:t>LinkedIn Learning </a:t>
            </a:r>
            <a:r>
              <a:rPr lang="en-US" dirty="0"/>
              <a:t>– Free to U of Iowa students</a:t>
            </a:r>
          </a:p>
          <a:p>
            <a:pPr lvl="1"/>
            <a:r>
              <a:rPr lang="en-US" dirty="0">
                <a:hlinkClick r:id="rId4"/>
              </a:rPr>
              <a:t>https://skills.github.com/</a:t>
            </a:r>
            <a:r>
              <a:rPr lang="en-US" dirty="0"/>
              <a:t> - Learn how to use GitHub with short interactive activities</a:t>
            </a:r>
          </a:p>
          <a:p>
            <a:r>
              <a:rPr lang="en-US" dirty="0"/>
              <a:t>Upload source code and project samples</a:t>
            </a:r>
          </a:p>
          <a:p>
            <a:r>
              <a:rPr lang="en-US" dirty="0"/>
              <a:t>Add GitHub public link to your resume</a:t>
            </a:r>
          </a:p>
        </p:txBody>
      </p:sp>
    </p:spTree>
    <p:extLst>
      <p:ext uri="{BB962C8B-B14F-4D97-AF65-F5344CB8AC3E}">
        <p14:creationId xmlns:p14="http://schemas.microsoft.com/office/powerpoint/2010/main" val="969012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Page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repository</a:t>
            </a:r>
          </a:p>
          <a:p>
            <a:pPr lvl="1"/>
            <a:r>
              <a:rPr lang="en-US" dirty="0"/>
              <a:t>Kris Arens:  </a:t>
            </a:r>
            <a:r>
              <a:rPr lang="en-US" dirty="0">
                <a:hlinkClick r:id="rId2"/>
              </a:rPr>
              <a:t>https://github.com/kristinearens</a:t>
            </a:r>
            <a:endParaRPr lang="en-US" dirty="0"/>
          </a:p>
          <a:p>
            <a:endParaRPr lang="en-US" dirty="0"/>
          </a:p>
          <a:p>
            <a:r>
              <a:rPr lang="en-US" dirty="0"/>
              <a:t>Create a Website (These are called GitHub pages)</a:t>
            </a:r>
          </a:p>
          <a:p>
            <a:pPr lvl="1"/>
            <a:r>
              <a:rPr lang="en-US" dirty="0"/>
              <a:t>Kris’ Sample:  </a:t>
            </a:r>
            <a:r>
              <a:rPr lang="en-US" dirty="0">
                <a:hlinkClick r:id="rId3"/>
              </a:rPr>
              <a:t>https://kristinearens.github.io/testpage-main/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222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on Resumes</a:t>
            </a:r>
          </a:p>
        </p:txBody>
      </p:sp>
      <p:pic>
        <p:nvPicPr>
          <p:cNvPr id="4" name="Content Placeholder 3" descr="Image of a resume showcasing project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586" y="1708995"/>
            <a:ext cx="6747145" cy="4154775"/>
          </a:xfrm>
          <a:prstGeom prst="rect">
            <a:avLst/>
          </a:prstGeom>
        </p:spPr>
      </p:pic>
      <p:sp>
        <p:nvSpPr>
          <p:cNvPr id="6" name="Curved Left Arrow 5" descr="Arrow pointing from GitHub repository to Projects listed on resume"/>
          <p:cNvSpPr/>
          <p:nvPr/>
        </p:nvSpPr>
        <p:spPr>
          <a:xfrm>
            <a:off x="6558140" y="2057399"/>
            <a:ext cx="1245140" cy="2743201"/>
          </a:xfrm>
          <a:prstGeom prst="curvedLeftArrow">
            <a:avLst>
              <a:gd name="adj1" fmla="val 17061"/>
              <a:gd name="adj2" fmla="val 50000"/>
              <a:gd name="adj3" fmla="val 25781"/>
            </a:avLst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spc="5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97731" y="1708997"/>
            <a:ext cx="26264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Showcase your work</a:t>
            </a:r>
          </a:p>
          <a:p>
            <a:r>
              <a:rPr lang="en-US" sz="2000" dirty="0"/>
              <a:t>Match repository to projects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Provide: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Code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93569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Look</a:t>
            </a:r>
          </a:p>
        </p:txBody>
      </p:sp>
      <p:pic>
        <p:nvPicPr>
          <p:cNvPr id="9" name="Content Placeholder 8" descr="Image showing the same projects on resume in GitHub repository">
            <a:extLst>
              <a:ext uri="{FF2B5EF4-FFF2-40B4-BE49-F238E27FC236}">
                <a16:creationId xmlns:a16="http://schemas.microsoft.com/office/drawing/2014/main" id="{22558C9B-3234-D2DB-7802-862530588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248" y="1398811"/>
            <a:ext cx="10174697" cy="3916096"/>
          </a:xfrm>
        </p:spPr>
      </p:pic>
      <p:sp>
        <p:nvSpPr>
          <p:cNvPr id="5" name="Rectangle 4"/>
          <p:cNvSpPr/>
          <p:nvPr/>
        </p:nvSpPr>
        <p:spPr>
          <a:xfrm>
            <a:off x="937055" y="5564378"/>
            <a:ext cx="38598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https://github.com/kristinearens</a:t>
            </a:r>
            <a:endParaRPr lang="en-US" sz="1400" dirty="0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3259" y="3726100"/>
            <a:ext cx="7393777" cy="104100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4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AF1E-0EC5-26BE-2A56-C8D1337E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58" y="365127"/>
            <a:ext cx="5636743" cy="1331865"/>
          </a:xfrm>
        </p:spPr>
        <p:txBody>
          <a:bodyPr anchor="ctr">
            <a:normAutofit/>
          </a:bodyPr>
          <a:lstStyle/>
          <a:p>
            <a:r>
              <a:rPr lang="en-US" dirty="0"/>
              <a:t>Now Let’s Try Ourselves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6D76138-A7F8-EC9F-DD0C-9C306633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88"/>
            <a:ext cx="5562600" cy="3923407"/>
          </a:xfrm>
        </p:spPr>
        <p:txBody>
          <a:bodyPr/>
          <a:lstStyle/>
          <a:p>
            <a:r>
              <a:rPr lang="en-US" dirty="0"/>
              <a:t>Download the GitHub Setup Instructions</a:t>
            </a:r>
          </a:p>
          <a:p>
            <a:r>
              <a:rPr lang="en-US" dirty="0"/>
              <a:t>Create a GitHub account</a:t>
            </a:r>
          </a:p>
          <a:p>
            <a:r>
              <a:rPr lang="en-US" dirty="0"/>
              <a:t>Upload a photo</a:t>
            </a:r>
          </a:p>
          <a:p>
            <a:r>
              <a:rPr lang="en-US" dirty="0"/>
              <a:t>Add Your Bio info</a:t>
            </a:r>
          </a:p>
          <a:p>
            <a:r>
              <a:rPr lang="en-US" dirty="0"/>
              <a:t>Create a Repository</a:t>
            </a:r>
          </a:p>
          <a:p>
            <a:r>
              <a:rPr lang="en-US" dirty="0"/>
              <a:t>Update the README.md file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ssignment details">
            <a:extLst>
              <a:ext uri="{FF2B5EF4-FFF2-40B4-BE49-F238E27FC236}">
                <a16:creationId xmlns:a16="http://schemas.microsoft.com/office/drawing/2014/main" id="{26785FE2-ABA9-72DD-C3FB-0FDE6C5E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61" y="422839"/>
            <a:ext cx="5636743" cy="55380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8735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3BC419-7C17-165C-5713-0FBE3AD6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a Little Flare!</a:t>
            </a:r>
          </a:p>
        </p:txBody>
      </p:sp>
      <p:pic>
        <p:nvPicPr>
          <p:cNvPr id="7" name="Content Placeholder 6" descr="Create a home page repository in GitHub">
            <a:extLst>
              <a:ext uri="{FF2B5EF4-FFF2-40B4-BE49-F238E27FC236}">
                <a16:creationId xmlns:a16="http://schemas.microsoft.com/office/drawing/2014/main" id="{E73BBC3F-D472-FF77-C208-13BC61D09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128" y="1857155"/>
            <a:ext cx="8316486" cy="3143689"/>
          </a:xfrm>
        </p:spPr>
      </p:pic>
    </p:spTree>
    <p:extLst>
      <p:ext uri="{BB962C8B-B14F-4D97-AF65-F5344CB8AC3E}">
        <p14:creationId xmlns:p14="http://schemas.microsoft.com/office/powerpoint/2010/main" val="1125956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hear from the professionals!</a:t>
            </a:r>
          </a:p>
        </p:txBody>
      </p:sp>
    </p:spTree>
    <p:extLst>
      <p:ext uri="{BB962C8B-B14F-4D97-AF65-F5344CB8AC3E}">
        <p14:creationId xmlns:p14="http://schemas.microsoft.com/office/powerpoint/2010/main" val="1407991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r>
              <a:rPr lang="en-US" sz="2800" dirty="0"/>
              <a:t>Industry Panel</a:t>
            </a:r>
          </a:p>
          <a:p>
            <a:r>
              <a:rPr lang="en-US" sz="2800" dirty="0"/>
              <a:t>Negotiating Your Offer</a:t>
            </a:r>
          </a:p>
        </p:txBody>
      </p:sp>
      <p:pic>
        <p:nvPicPr>
          <p:cNvPr id="5" name="Picture Placeholder 4" descr="Picture of Pappajohn Business Building"/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3" r="205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25856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881C51-237E-688B-B937-72FF1C7AC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Industry Panelists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0DC9E43-BAB5-AC15-447E-DAE40B270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Who will we chat with?</a:t>
            </a:r>
          </a:p>
        </p:txBody>
      </p:sp>
    </p:spTree>
    <p:extLst>
      <p:ext uri="{BB962C8B-B14F-4D97-AF65-F5344CB8AC3E}">
        <p14:creationId xmlns:p14="http://schemas.microsoft.com/office/powerpoint/2010/main" val="3306594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Panelists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729" y="1466818"/>
            <a:ext cx="10828541" cy="4766280"/>
          </a:xfrm>
        </p:spPr>
        <p:txBody>
          <a:bodyPr vert="horz" lIns="68580" tIns="34290" rIns="68580" bIns="3429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D3B45"/>
                </a:solidFill>
                <a:latin typeface="Lato Extended"/>
              </a:rPr>
              <a:t>Brandon Miller</a:t>
            </a:r>
            <a:r>
              <a:rPr lang="en-US" sz="2800" dirty="0">
                <a:solidFill>
                  <a:srgbClr val="2D3B45"/>
                </a:solidFill>
                <a:latin typeface="Lato Extended"/>
              </a:rPr>
              <a:t>, Partner @ EY (2003 Accounting and Information Systems Grad)  </a:t>
            </a:r>
            <a:r>
              <a:rPr lang="en-US" sz="2800" dirty="0">
                <a:solidFill>
                  <a:srgbClr val="2D3B45"/>
                </a:solidFill>
                <a:latin typeface="Lato Extended"/>
                <a:hlinkClick r:id="rId2"/>
              </a:rPr>
              <a:t>LinkedIn</a:t>
            </a:r>
            <a:endParaRPr lang="en-US" sz="2800" dirty="0">
              <a:solidFill>
                <a:srgbClr val="2D3B45"/>
              </a:solidFill>
              <a:latin typeface="Lato Extended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Anna Kroeger</a:t>
            </a:r>
            <a:r>
              <a:rPr lang="en-US" sz="2800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, Senior Consultant, Deloitte, Chicago (2020 BAIS and </a:t>
            </a:r>
            <a:r>
              <a:rPr lang="en-US" sz="2800" dirty="0" err="1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Mgmt</a:t>
            </a:r>
            <a:r>
              <a:rPr lang="en-US" sz="2800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 Grad) - via Zoom - </a:t>
            </a:r>
            <a:r>
              <a:rPr lang="en-US" sz="2800" u="sng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  <a:hlinkClick r:id="rId3"/>
              </a:rPr>
              <a:t>LinkedIn</a:t>
            </a:r>
            <a:endParaRPr lang="en-US" sz="2800" dirty="0">
              <a:solidFill>
                <a:srgbClr val="2D3B45"/>
              </a:solidFill>
              <a:highlight>
                <a:srgbClr val="FFFFFF"/>
              </a:highlight>
              <a:latin typeface="LatoWeb"/>
              <a:cs typeface="Arial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Lewis Vander Waal</a:t>
            </a:r>
            <a:r>
              <a:rPr lang="en-US" sz="2800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, Business Intelligence Analyst, Holmes Murphy (2019 BAIS Grad) - </a:t>
            </a:r>
            <a:r>
              <a:rPr lang="en-US" sz="2800" u="sng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  <a:hlinkClick r:id="rId4"/>
              </a:rPr>
              <a:t>LinkedIn</a:t>
            </a:r>
            <a:endParaRPr lang="en-US" sz="2800" dirty="0">
              <a:solidFill>
                <a:srgbClr val="2D3B45"/>
              </a:solidFill>
              <a:highlight>
                <a:srgbClr val="FFFFFF"/>
              </a:highlight>
              <a:latin typeface="LatoWeb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Brandon Rollinger</a:t>
            </a:r>
            <a:r>
              <a:rPr lang="en-US" sz="2800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</a:rPr>
              <a:t>, Enterprise Applications Manager, ESCO Group – Scintilla (2021 Comp Sci Grad) - </a:t>
            </a:r>
            <a:r>
              <a:rPr lang="en-US" sz="2800" u="sng" dirty="0">
                <a:solidFill>
                  <a:srgbClr val="2D3B45"/>
                </a:solidFill>
                <a:highlight>
                  <a:srgbClr val="FFFFFF"/>
                </a:highlight>
                <a:latin typeface="LatoWeb"/>
                <a:cs typeface="Arial"/>
                <a:hlinkClick r:id="rId5"/>
              </a:rPr>
              <a:t>LinkedIn</a:t>
            </a:r>
            <a:endParaRPr lang="en-US" sz="2800" u="sng" dirty="0">
              <a:solidFill>
                <a:srgbClr val="2D3B45"/>
              </a:solidFill>
              <a:highlight>
                <a:srgbClr val="FFFFFF"/>
              </a:highlight>
              <a:latin typeface="LatoWeb"/>
              <a:cs typeface="Arial"/>
            </a:endParaRPr>
          </a:p>
          <a:p>
            <a:pPr marL="0" indent="0">
              <a:buNone/>
            </a:pP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872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00F8-A527-718F-EDCD-65D71FC2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Panelist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01B5-6530-C684-197A-89BA89AEF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20" y="1446217"/>
            <a:ext cx="11783290" cy="4388698"/>
          </a:xfrm>
        </p:spPr>
        <p:txBody>
          <a:bodyPr>
            <a:noAutofit/>
          </a:bodyPr>
          <a:lstStyle/>
          <a:p>
            <a:pPr marL="0" marR="0">
              <a:spcBef>
                <a:spcPts val="0"/>
              </a:spcBef>
              <a:buNone/>
            </a:pPr>
            <a:r>
              <a:rPr lang="en-US" sz="1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Future Impact of AI 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How do you think AI will change the Business Analytics industry (including positives and negatives)? 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latin typeface="+mn-lt"/>
              </a:rPr>
              <a:t>With the rapid growth of AI, how can you stand out in analytics? </a:t>
            </a:r>
            <a:endParaRPr lang="en-US" sz="16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What emerging trends in your field should students start paying attention to now?</a:t>
            </a:r>
          </a:p>
          <a:p>
            <a:pPr marL="0" marR="0">
              <a:spcBef>
                <a:spcPts val="0"/>
              </a:spcBef>
              <a:buNone/>
            </a:pPr>
            <a:endParaRPr lang="en-US" sz="1200" b="1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buNone/>
            </a:pPr>
            <a:r>
              <a:rPr lang="en-US" sz="1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Getting Hired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What advice or tips do you have to "sell yourself" or make a great impression on recruiters hiring interns or full-time?</a:t>
            </a:r>
          </a:p>
          <a:p>
            <a:pPr mar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latin typeface="+mn-lt"/>
              </a:rPr>
              <a:t>What technical skills standout the most to employers? 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What is one thing you wish you knew before you started your career?</a:t>
            </a:r>
          </a:p>
          <a:p>
            <a:pPr marL="0" marR="0">
              <a:spcBef>
                <a:spcPts val="0"/>
              </a:spcBef>
              <a:buNone/>
            </a:pPr>
            <a:endParaRPr lang="en-US" sz="1200" b="1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buNone/>
            </a:pPr>
            <a:r>
              <a:rPr lang="en-US" sz="1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Understanding the Industry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latin typeface="+mn-lt"/>
              </a:rPr>
              <a:t>What skills or experiences have you found most valuable in advancing your career? How can students develop them now?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latin typeface="+mn-lt"/>
              </a:rPr>
              <a:t>What are common tools you use? How deeply do you think you need to know them?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latin typeface="+mn-lt"/>
              </a:rPr>
              <a:t>If you were in our shoes today, would you focus on mastering one specific tool (like SQL) or being a generalist across many?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latin typeface="+mn-lt"/>
              </a:rPr>
              <a:t>How easy is it to balance work life and regular life? What does the workload look like?</a:t>
            </a:r>
            <a:endParaRPr lang="en-US" sz="16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latin typeface="+mn-lt"/>
              </a:rPr>
              <a:t>What is the biggest thing you see people struggle with converting from a student to an employee in the workforce? </a:t>
            </a:r>
            <a:endParaRPr lang="en-US" sz="16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buNone/>
            </a:pPr>
            <a:endParaRPr lang="en-US" sz="1200" b="1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buNone/>
            </a:pPr>
            <a:r>
              <a:rPr lang="en-US" sz="1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Understanding the Major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How closely did coursework relate to work in the industry?</a:t>
            </a:r>
          </a:p>
          <a:p>
            <a:pPr marL="0" marR="0" lvl="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How does BAIS tie into other majors such as marketing, accounting and finance? Should I double-major?</a:t>
            </a:r>
          </a:p>
        </p:txBody>
      </p:sp>
    </p:spTree>
    <p:extLst>
      <p:ext uri="{BB962C8B-B14F-4D97-AF65-F5344CB8AC3E}">
        <p14:creationId xmlns:p14="http://schemas.microsoft.com/office/powerpoint/2010/main" val="3716469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197" y="365127"/>
            <a:ext cx="4796029" cy="1331865"/>
          </a:xfrm>
        </p:spPr>
        <p:txBody>
          <a:bodyPr>
            <a:normAutofit/>
          </a:bodyPr>
          <a:lstStyle/>
          <a:p>
            <a:r>
              <a:rPr lang="en-US" dirty="0"/>
              <a:t>GitHub Assignment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1D523-707C-5F04-C7E9-7ECED45BA31A}"/>
              </a:ext>
            </a:extLst>
          </p:cNvPr>
          <p:cNvSpPr txBox="1"/>
          <p:nvPr/>
        </p:nvSpPr>
        <p:spPr>
          <a:xfrm>
            <a:off x="391886" y="2249714"/>
            <a:ext cx="39914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sz="2400" dirty="0"/>
              <a:t>This is a required assignment!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sz="2400" dirty="0"/>
          </a:p>
          <a:p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dirty="0"/>
              <a:t>You must complete this assignment to pass this class.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173AF-349C-E64C-3996-BCEB7A5BC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095" y="0"/>
            <a:ext cx="7382905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75589"/>
      </p:ext>
    </p:extLst>
  </p:cSld>
  <p:clrMapOvr>
    <a:masterClrMapping/>
  </p:clrMapOvr>
</p:sld>
</file>

<file path=ppt/theme/theme1.xml><?xml version="1.0" encoding="utf-8"?>
<a:theme xmlns:a="http://schemas.openxmlformats.org/drawingml/2006/main" name="Iowa brand-ppt-template-standard-2020">
  <a:themeElements>
    <a:clrScheme name="IOWA BRAND COLO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558C"/>
      </a:hlink>
      <a:folHlink>
        <a:srgbClr val="63666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-PPT-Template-Standard-2020" id="{FEB5064F-1BAF-457F-BD53-220B2EFBCADC}" vid="{C9548275-2ABB-47A4-A42E-9EB91983E2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008444E58A6C4B9AE1DF9877EF45D6" ma:contentTypeVersion="12" ma:contentTypeDescription="Create a new document." ma:contentTypeScope="" ma:versionID="89f1aef7acedb04cda5a7853b7dcb953">
  <xsd:schema xmlns:xsd="http://www.w3.org/2001/XMLSchema" xmlns:xs="http://www.w3.org/2001/XMLSchema" xmlns:p="http://schemas.microsoft.com/office/2006/metadata/properties" xmlns:ns3="86087b60-7c65-4cad-84e3-71e6946adbff" xmlns:ns4="c6df6735-7358-4702-a365-c1138eed3d9a" targetNamespace="http://schemas.microsoft.com/office/2006/metadata/properties" ma:root="true" ma:fieldsID="f554572cbdaeb54acd8c8260d97346e5" ns3:_="" ns4:_="">
    <xsd:import namespace="86087b60-7c65-4cad-84e3-71e6946adbff"/>
    <xsd:import namespace="c6df6735-7358-4702-a365-c1138eed3d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087b60-7c65-4cad-84e3-71e6946adb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df6735-7358-4702-a365-c1138eed3d9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96957E-EDE5-4C81-9A2B-A2451BA2A3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F1E148-EEA3-47A6-906E-AAF3D1044680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6df6735-7358-4702-a365-c1138eed3d9a"/>
    <ds:schemaRef ds:uri="86087b60-7c65-4cad-84e3-71e6946adbf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A62AFF1-82D7-44AF-9B99-69D37FBE42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087b60-7c65-4cad-84e3-71e6946adbff"/>
    <ds:schemaRef ds:uri="c6df6735-7358-4702-a365-c1138eed3d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1064</Words>
  <Application>Microsoft Office PowerPoint</Application>
  <PresentationFormat>Widescreen</PresentationFormat>
  <Paragraphs>172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Franklin Gothic Book</vt:lpstr>
      <vt:lpstr>Lato Extended</vt:lpstr>
      <vt:lpstr>LatoWeb</vt:lpstr>
      <vt:lpstr>Wingdings</vt:lpstr>
      <vt:lpstr>Iowa brand-ppt-template-standard-2020</vt:lpstr>
      <vt:lpstr>Week 5 – Case Interviews and GitHub</vt:lpstr>
      <vt:lpstr>Topics for Today</vt:lpstr>
      <vt:lpstr>Case Interviews</vt:lpstr>
      <vt:lpstr>Case Interviews</vt:lpstr>
      <vt:lpstr>Types of Case Interviews</vt:lpstr>
      <vt:lpstr>Structured Case </vt:lpstr>
      <vt:lpstr>Stages of a Case – Stage 1</vt:lpstr>
      <vt:lpstr>Stages of a Case – Stage 2</vt:lpstr>
      <vt:lpstr>Stages of a Case – Stage 3</vt:lpstr>
      <vt:lpstr>Stages of a Case – Stage 4</vt:lpstr>
      <vt:lpstr>Practice a Case Interview</vt:lpstr>
      <vt:lpstr>Your Case Worksheet</vt:lpstr>
      <vt:lpstr>Remember This!</vt:lpstr>
      <vt:lpstr>Why We Use This Process!!</vt:lpstr>
      <vt:lpstr>Case Interview Practice Samples</vt:lpstr>
      <vt:lpstr>More Case Interview Examples</vt:lpstr>
      <vt:lpstr>Your Turn</vt:lpstr>
      <vt:lpstr>GitHub</vt:lpstr>
      <vt:lpstr>Key Aspects of GitHub</vt:lpstr>
      <vt:lpstr>A Great Way to Showcase Your Skills!</vt:lpstr>
      <vt:lpstr>Getting Started</vt:lpstr>
      <vt:lpstr>GitHub Page Samples</vt:lpstr>
      <vt:lpstr>GitHub on Resumes</vt:lpstr>
      <vt:lpstr>Let’s Take a Look</vt:lpstr>
      <vt:lpstr>Now Let’s Try Ourselves</vt:lpstr>
      <vt:lpstr>Let’s Add a Little Flare!</vt:lpstr>
      <vt:lpstr>Next Week</vt:lpstr>
      <vt:lpstr>Next Week</vt:lpstr>
      <vt:lpstr>Industry Panelists</vt:lpstr>
      <vt:lpstr>Panelists</vt:lpstr>
      <vt:lpstr>Panelist Questions</vt:lpstr>
      <vt:lpstr>GitHub Assignment</vt:lpstr>
    </vt:vector>
  </TitlesOfParts>
  <Company>The University of Iowa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Arens, Kristine</dc:creator>
  <cp:lastModifiedBy>Arens, Kristine</cp:lastModifiedBy>
  <cp:revision>50</cp:revision>
  <dcterms:created xsi:type="dcterms:W3CDTF">2021-09-02T18:31:44Z</dcterms:created>
  <dcterms:modified xsi:type="dcterms:W3CDTF">2026-02-20T02:45:24Z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0x010100A4008444E58A6C4B9AE1DF9877EF45D6</vt:lpwstr>
  </property>
</Properties>
</file>